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0"/>
            <a:ext cx="688817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280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45C26"/>
                </a:solidFill>
                <a:latin typeface="Calibri"/>
              </a:rPr>
              <a:t>CDC · Uganda GHS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Local partner for faster detection and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365760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FairBanks Medical Centre · FCHIP 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389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512064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4C8"/>
                </a:solidFill>
                <a:latin typeface="Calibri"/>
              </a:rPr>
              <a:t>CDC-RFA-JG-26-0054 · Due 14 August 2026, 11:59 p.m. 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Strengthen Uganda GHS capacities from the 2023 JEE (surveillance, labs, response, workforce, border health).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Cooperative agreement · 5 years · apply for all five funding components.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Year 1 Component 1 draft ask: $2,450,000 (ceiling $5M) · local partner preference +15 points.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Must work in Uganda · English · USD · no research · clinical care not the award purpose.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Submit on Grants.gov by 14 August 2026, 11:59 p.m. 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last-mile gap</a:t>
            </a:r>
          </a:p>
        </p:txBody>
      </p:sp>
      <p:pic>
        <p:nvPicPr>
          <p:cNvPr id="5" name="Picture 4" descr="outreach_bp_screen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Outbreaks grow when community signals stay on paper.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CHWs, clinics, labs, and EOCs still share information too slowly.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JEE gaps: data sharing, surge staffing, forecasting, NISS links.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FairBanks already works where the gap shows up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FairBanks works</a:t>
            </a:r>
          </a:p>
        </p:txBody>
      </p:sp>
      <p:pic>
        <p:nvPicPr>
          <p:cNvPr id="5" name="Picture 4" descr="concept_improv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0704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Our offer under MoH leadership</a:t>
            </a:r>
          </a:p>
        </p:txBody>
      </p:sp>
      <p:pic>
        <p:nvPicPr>
          <p:cNvPr id="5" name="Picture 4" descr="outreach_mobile_phone_dem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Community + facility surveillance into MoH/NISS pathways via FCHIP.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7-1-7 style drills with districts.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CHW/VHT workforce and surge roster.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Priority-disease community–facility links.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Lab and border modules with specialised partners — not a parallel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FCHIP on the Data &amp; Feedback loop</a:t>
            </a:r>
          </a:p>
        </p:txBody>
      </p:sp>
      <p:pic>
        <p:nvPicPr>
          <p:cNvPr id="5" name="Picture 4" descr="data_flow_iso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987552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success looks like</a:t>
            </a:r>
          </a:p>
        </p:txBody>
      </p:sp>
      <p:pic>
        <p:nvPicPr>
          <p:cNvPr id="5" name="Picture 4" descr="gis_hotsp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2801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Faster detection &amp; response — Shorter time from community signal to district notification (7-1-7 style)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Stronger surveillance — Weekly community reports and successful MoH/NISS-aligned data tests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Ready workforce — Trained CHWs/VHTs and surge roster exercised in drills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Better community–facility links — Documented referral outcomes for priority disease flags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Government use — Tools, SOPs, and data access handed for MoH/CDC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Five components — one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1 Core GHS: $2,450,000 draft (ceiling $5,000,000) — Expected initial funding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2 Small-scale response: $1,800,000 draft (ceiling $10,000,000)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3 Large-scale response: $2,750,000 draft (ceiling $15,000,000)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4 Emerging threats: $1,500,000 draft (ceiling $15,000,000)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5 Humanitarian: $1,500,000 draft (ceiling $20,000,000) — Contingency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FairBanks — local partner</a:t>
            </a:r>
          </a:p>
        </p:txBody>
      </p:sp>
      <p:pic>
        <p:nvPicPr>
          <p:cNvPr id="5" name="Picture 4" descr="staff_team_receptio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Uganda-incorporated company with Kampala operations.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Live clinic + Community Reach + working FCHIP MVP.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Named catchments already in motion.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Women-led leadership · ready to document local partner preference.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Contact: info@fairbanksmedicalcentre.org · +256 772 849 258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Ready to help Uganda detect and respond faster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8C4C8"/>
                </a:solidFill>
                <a:latin typeface="Calibri"/>
              </a:rPr>
              <a:t>Draft Year 1 Component 1: $2,450,000 · Local partner · MoH-aligned · Contingency surge plans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Racheal Nabukeera · info@fairbanksmedicalcentre.org · +256 772 849 258
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