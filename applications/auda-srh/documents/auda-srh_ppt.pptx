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749040"/>
            <a:ext cx="12191695" cy="3108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023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AUDA-NEPAD Youth SRH Ambassadors Initiative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34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Ambassador Nomination — Advocacy &amp; Community Mobilisation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49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064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2C79B"/>
                </a:solidFill>
                <a:latin typeface="Calibri"/>
              </a:rPr>
              <a:t>Application deadline: 17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NOMINATION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Grassroots mobiliser → continental SRH 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FairBanks Community Reach runs maternal &amp; adolescent programmes with CHWs/VHTs.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Ambassadors must connect field truth to policy — that is already my work.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FCHIP adds evidence on where SRH gaps cluster.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| AUDA-NEPAD Youth SRH Ambassador |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ADVOCACY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SRH through FairBanks outreach</a:t>
            </a:r>
          </a:p>
        </p:txBody>
      </p:sp>
      <p:pic>
        <p:nvPicPr>
          <p:cNvPr id="6" name="Picture 5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44671"/>
            <a:ext cx="5303520" cy="3534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0972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2400" b="0" i="0">
                <a:solidFill>
                  <a:srgbClr val="1E2F38"/>
                </a:solidFill>
                <a:latin typeface="Calibri"/>
              </a:rPr>
              <a:t>• School and community dialogues on adolescent SRH through FairBanks outreach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2400" b="0" i="0">
                <a:solidFill>
                  <a:srgbClr val="1E2F38"/>
                </a:solidFill>
                <a:latin typeface="Calibri"/>
              </a:rPr>
              <a:t>• Maternal health education linking ANC uptake, safe pregnancy, and partner involvement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2400" b="0" i="0">
                <a:solidFill>
                  <a:srgbClr val="1E2F38"/>
                </a:solidFill>
                <a:latin typeface="Calibri"/>
              </a:rPr>
              <a:t>• Digital content that meets young people where they are — without shame or jargon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0" i="0">
                <a:solidFill>
                  <a:srgbClr val="1E2F38"/>
                </a:solidFill>
                <a:latin typeface="Calibri"/>
              </a:rPr>
              <a:t>• Peer mobilisation through CHWs/VHTs who already hold community trust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| AUDA-NEPAD Youth SRH Ambassador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MOBILISATION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Kampala communities — dialogue first</a:t>
            </a:r>
          </a:p>
        </p:txBody>
      </p:sp>
      <p:pic>
        <p:nvPicPr>
          <p:cNvPr id="6" name="Picture 5" descr="outreach_audience_discussion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3080"/>
            <a:ext cx="54864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Bukoto · Kyebando · Kisaasi · Kamwokya · Kikaaya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CHWs translate SRH into trusted local action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Digital + in-person — no shame, no jargon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| AUDA-NEPAD Youth SRH Ambassador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Energize Africa · Agenda 2063 Goal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Youth as co-creators — not passive beneficiaries — in SRH programming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77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Grassroots realities from Kampala communities informing continental advocacy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4612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29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Linking SRH to livelihoods, education, and the demographic dividend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9768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Amplifying AUDA-NEPAD frameworks through lived FairBanks field experience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| AUDA-NEPAD Youth SRH Ambassador | Your health, our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IF SELECTED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Ambassador commitments</a:t>
            </a:r>
          </a:p>
        </p:txBody>
      </p:sp>
      <p:pic>
        <p:nvPicPr>
          <p:cNvPr id="6" name="Picture 5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26920"/>
            <a:ext cx="4754880" cy="3169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1097280"/>
            <a:ext cx="6217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Monthly advocacy content tied to outreach calendars and adolescent/maternal programmes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Report anonymised community insights upward — what youth actually ask in the field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Support A2DSRH and Energize Africa messaging with honest, local-language examples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Mentor younger peer advocates through FairBanks Community Reach volunteer pathways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| AUDA-NEPAD Youth SRH Ambassador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AMPLIFICATION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What the ambassador platform adds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2400" b="0" i="0">
                <a:solidFill>
                  <a:srgbClr val="1E2F38"/>
                </a:solidFill>
                <a:latin typeface="Calibri"/>
              </a:rPr>
              <a:t>• Official ambassador recognition and continental SRH platforms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2400" b="0" i="0">
                <a:solidFill>
                  <a:srgbClr val="1E2F38"/>
                </a:solidFill>
                <a:latin typeface="Calibri"/>
              </a:rPr>
              <a:t>• Training, mentorship, and networking with policy and youth leaders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2400" b="0" i="0">
                <a:solidFill>
                  <a:srgbClr val="1E2F38"/>
                </a:solidFill>
                <a:latin typeface="Calibri"/>
              </a:rPr>
              <a:t>• Visibility to translate Kampala outreach lessons into Africa-wide dialogue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0" i="0">
                <a:solidFill>
                  <a:srgbClr val="1E2F38"/>
                </a:solidFill>
                <a:latin typeface="Calibri"/>
              </a:rPr>
              <a:t>• Sponsored participation in selected AUDA-NEPAD engagements where appropriate</a:t>
            </a:r>
          </a:p>
        </p:txBody>
      </p:sp>
      <p:pic>
        <p:nvPicPr>
          <p:cNvPr id="7" name="Picture 6" descr="outreach_audience_full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22795"/>
            <a:ext cx="5669280" cy="37781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| AUDA-NEPAD Youth SRH Ambassador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hands_raised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480560"/>
            <a:ext cx="12191695" cy="237744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846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Youth SRH advocacy rooted in community — ready to serve continentally.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150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2C79B"/>
                </a:solidFill>
                <a:latin typeface="Calibri"/>
              </a:rPr>
              <a:t>Application deadline: 17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