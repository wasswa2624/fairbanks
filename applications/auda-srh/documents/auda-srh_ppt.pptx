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rcRect l="33" r="3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749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AUDA-NEPAD Youth SRH Ambassadors Initiative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062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Youth SRH Ambassadors for Community Health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983481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F2C79B"/>
                </a:solidFill>
                <a:latin typeface="Calibri"/>
              </a:rPr>
              <a:t>Advocacy and mobilisation powered by FairBanks community reach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32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Appoint FairBanks youth as AUDA-NEPAD Youth SRH Ambassadors.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Mutual value for FairBanks and the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What we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4864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Continental recognition and mentorship for FairBanks youth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Training that strengthens our adolescent and maternal health messaging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Network access across African Union youth health spaces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Sponsored participation opportunities in selected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430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What they 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39496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Ambassadors embedded in a live community health organisation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Channels to CHWs, schools, and outreach events in Kampala communities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Digital storytelling grounded in real SRH service pathways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Diverse regional representation from East Africa / Uganda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AUDA-NEPAD Youth SRH Ambassadors Initiat  |  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Health systems react too late</a:t>
            </a:r>
          </a:p>
        </p:txBody>
      </p:sp>
      <p:pic>
        <p:nvPicPr>
          <p:cNvPr id="6" name="Picture 5" descr="reactive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0469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234440"/>
            <a:ext cx="56692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Care often starts only after people fall sick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Community health data sits in paper registers and silos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High-risk pregnancies and NCDs are found too late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Medicine stock-outs hit hard during disease surges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Health shocks push poor families deeper into hardship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AUDA-NEPAD Youth SRH Ambassadors Initiat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FCHIP — community health intelligence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906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234440"/>
            <a:ext cx="475488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CHWs and VHTs capture structured data at household level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FCHIP applies AI, ML, and GIS to predict risk early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Alerts reach clinics, districts, and partners in time to act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Built on a live medical centre and community programmes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AUDA-NEPAD Youth SRH Ambassadors Initiat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PROGRAMME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Why this call matches FCHIP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5272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Ages 18–35, AU citizens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25272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Ugandan youth applicants in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0317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6717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SRH commitment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56717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Active in maternal / adolescent community health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1762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8162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Digital presence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88162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Team can maintain responsible advocacy channels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132070"/>
            <a:ext cx="1133856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96078"/>
            <a:ext cx="292608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Voluntary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5196078"/>
            <a:ext cx="7772400" cy="1085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Clear understanding: recognition and training, not a salary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AUDA-NEPAD Youth SRH Ambassadors Initiat  |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FAIRBANKS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live community health ecosystem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4375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234440"/>
            <a:ext cx="548640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Functioning FairBanks Medical Centre with clinic, pharmacy, and diagnostics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Active Community Reach outreach in Bukoto, Kyebando, Kisaasi, Kamwokya, Kikaaya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Trusted CHW and VHT relationships for household visits and referrals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 programmes: maternal &amp; child health, Gericare, chronic-disease screening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Digital health records and outreach data ready to feed FCHIP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 and partnership mindset for ethical, evidence-based scale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AUDA-NEPAD Youth SRH Ambassadors Initiat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Ambassador activity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7607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Complete ambassador onboarding and training requirements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Run quarterly SRH awareness moments inside FairBanks outreach calendars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Report activity and learning back to AUDA-NEPAD as required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Protect privacy and avoid sharing identifiable patient data in advocacy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35160"/>
            <a:ext cx="5212080" cy="34734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AUDA-NEPAD Youth SRH Ambassadors Initiat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DEEP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Intelligence rooted in African community care</a:t>
            </a:r>
          </a:p>
        </p:txBody>
      </p:sp>
      <p:pic>
        <p:nvPicPr>
          <p:cNvPr id="6" name="Picture 5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65630"/>
            <a:ext cx="5120640" cy="34125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852160" y="11978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12527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Artificial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5270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Outbreak early warning; maternal and NCD risk scoring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20741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21290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4033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Learn from community patterns, seasons, and outreach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9504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30053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GIS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2796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Disease distribution, hotspots, and resource gaps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38267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38816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Mobile Data 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1559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Offline-capable CHW/VHT capture at household 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47030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47579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Cloud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50322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Secure sync across facilities and partners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2160" y="5579364"/>
            <a:ext cx="585216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56342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Analytics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90854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Real-time views for clinics, districts, and NGOs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AUDA-NEPAD Youth SRH Ambassadors Initiat  |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OUR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Communities first — intelligence that serves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760720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Community members identify needs and own solutions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CHWs / VHTs bridge homes to clinics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FairBanks Community Reach programmes deliver outreach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FairBanks Medical Centre provides clinical care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Research, partnerships, and skills strengthen the system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Livelihoods and empowerment make health gains last</a:t>
            </a:r>
          </a:p>
        </p:txBody>
      </p:sp>
      <p:pic>
        <p:nvPicPr>
          <p:cNvPr id="7" name="Picture 6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35160"/>
            <a:ext cx="5212080" cy="34734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91440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AUDA-NEPAD Youth SRH Ambassadors Initiat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rcRect t="7796" b="779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9319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Appoint FairBanks youth as AUDA-NEPAD Youth SRH Ambassadors.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394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F2C79B"/>
                </a:solidFill>
                <a:latin typeface="Calibri"/>
              </a:rPr>
              <a:t>Advocacy and mobilisation powered by FairBanks community reach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9436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