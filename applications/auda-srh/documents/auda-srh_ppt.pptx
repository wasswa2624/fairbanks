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749040"/>
            <a:ext cx="12191695" cy="3108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AUDA-NEPAD Youth SRH Ambassadors Initiative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Ambassador Nomination — Advocacy &amp; Community Mobilisation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49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2C79B"/>
                </a:solidFill>
                <a:latin typeface="Calibri"/>
              </a:rPr>
              <a:t>Application deadline: 17 July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NOMINATION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Grassroots mobiliser → continental SRH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Community Reach runs maternal &amp; adolescent programmes with CHWs/VHTs.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Ambassadors must connect field truth to policy — that is already my work.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FCHIP adds evidence on where SRH gaps cluster.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ADVOCACY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SRH through FairBanks outreach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67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School and community dialogues on adolescent SRH through FairBanks outreach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Maternal health education linking ANC uptake, safe pregnancy, and partner involvement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Digital content that meets young people where they are — without shame or jargon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Peer mobilisation through CHWs/VHTs who already hold community trust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MOBILISATION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Kampala communities — dialogue first</a:t>
            </a:r>
          </a:p>
        </p:txBody>
      </p:sp>
      <p:pic>
        <p:nvPicPr>
          <p:cNvPr id="6" name="Picture 5" descr="outreach_audience_discussion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Bukoto · Kyebando · Kisaasi · Kamwokya · Kikaaya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CHWs translate SRH into trusted local action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Digital + in-person — no shame, no jargon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Energize Africa · Agenda 2063 Goal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Youth as co-creators — not passive beneficiaries — in SRH programming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Grassroots realities from Kampala communities informing continental advocacy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Linking SRH to livelihoods, education, and the demographic dividend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Amplifying AUDA-NEPAD frameworks through lived FairBanks field experience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IF SELECTED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Ambassador commitments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26920"/>
            <a:ext cx="4754880" cy="3169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097280"/>
            <a:ext cx="6217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Monthly advocacy content tied to outreach calendars and adolescent/maternal programmes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Report anonymised community insights upward — what youth actually ask in the field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Support A2DSRH and Energize Africa messaging with honest, local-language examples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Mentor younger peer advocates through FairBanks Community Reach volunteer pathways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AMPLIFICATION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What the ambassador platform adds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Official ambassador recognition and continental SRH platforms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Training, mentorship, and networking with policy and youth leaders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Visibility to translate Kampala outreach lessons into Africa-wide dialogue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Sponsored participation in selected AUDA-NEPAD engagements where appropriate</a:t>
            </a:r>
          </a:p>
        </p:txBody>
      </p:sp>
      <p:pic>
        <p:nvPicPr>
          <p:cNvPr id="7" name="Picture 6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22795"/>
            <a:ext cx="5669280" cy="37781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hands_raised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846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Youth SRH advocacy rooted in community — ready to serve continentally.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15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2C79B"/>
                </a:solidFill>
                <a:latin typeface="Calibri"/>
              </a:rPr>
              <a:t>Application deadline: 17 July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