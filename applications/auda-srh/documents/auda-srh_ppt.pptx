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749040"/>
            <a:ext cx="12191695" cy="3108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A3A3"/>
                </a:solidFill>
                <a:latin typeface="Calibri"/>
              </a:rPr>
              <a:t>AUDA-NEPAD Youth SRH Ambassadors Initiative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Ambassador Nomination — Advocacy &amp; Community Mobilisation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2C79B"/>
                </a:solidFill>
                <a:latin typeface="Calibri"/>
              </a:rPr>
              <a:t>FairBanks Community Health Intelligence Platform (FCHIP)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C79B"/>
                </a:solidFill>
                <a:latin typeface="Calibri"/>
              </a:rPr>
              <a:t>Application deadline: 17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NOMINATION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Grassroots mobiliser → continental SRH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F38"/>
                </a:solidFill>
                <a:latin typeface="Calibri"/>
              </a:rPr>
              <a:t>FairBanks Community Reach runs maternal &amp; adolescent programmes with CHWs/VHTs.
Ambassadors must connect field truth to policy — that is already my work.
FCHIP adds evidence on where SRH gaps cluster.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| AUDA-NEPAD Youth SRH Ambassador |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ADVOCACY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SRH through FairBanks outreach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4467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• School and community dialogues on adolescent SRH through FairBanks outreach
• Maternal health education linking ANC uptake, safe pregnancy, and partner involvement
• Digital content that meets young people where they are — without shame or jargon
• Peer mobilisation through CHWs/VHTs who already hold community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| AUDA-NEPAD Youth SRH Ambassador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MOBILISATION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Kampala communities — dialogue first</a:t>
            </a:r>
          </a:p>
        </p:txBody>
      </p:sp>
      <p:pic>
        <p:nvPicPr>
          <p:cNvPr id="6" name="Picture 5" descr="outreach_audience_discussion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A4A54"/>
                </a:solidFill>
                <a:latin typeface="Calibri"/>
              </a:rPr>
              <a:t>Bukoto · Kyebando · Kisaasi · Kamwokya · Kikaaya
CHWs translate SRH into trusted local action
Digital + in-person — no shame, no jargon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| AUDA-NEPAD Youth SRH Ambassador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Energize Africa · Agenda 2063 Goal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Youth as co-creators — not passive beneficiaries — in SRH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Grassroots realities from Kampala communities informing continental advocacy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Linking SRH to livelihoods, education, and the demographic dividend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Amplifying AUDA-NEPAD frameworks through lived FairBanks field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| AUDA-NEPAD Youth SRH Ambassador | Your health, our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IF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Ambassador commitments</a:t>
            </a:r>
          </a:p>
        </p:txBody>
      </p:sp>
      <p:pic>
        <p:nvPicPr>
          <p:cNvPr id="6" name="Picture 5" descr="outreach_mobile_phone_demo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26920"/>
            <a:ext cx="4754880" cy="3169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0972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F38"/>
                </a:solidFill>
                <a:latin typeface="Calibri"/>
              </a:rPr>
              <a:t>• Monthly advocacy content tied to outreach calendars and adolescent/maternal programmes
• Report anonymised community insights upward — what youth actually ask in the field
• Support A2DSRH and Energize Africa messaging with honest, local-language examples
• Mentor younger peer advocates through FairBanks Community Reach volunteer pathways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| AUDA-NEPAD Youth SRH Ambassador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AMPLIFICATION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What the ambassador platform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F38"/>
                </a:solidFill>
                <a:latin typeface="Calibri"/>
              </a:rPr>
              <a:t>• Official ambassador recognition and continental SRH platforms
• Training, mentorship, and networking with policy and youth leaders
• Visibility to translate Kampala outreach lessons into Africa-wide dialogue
• Sponsored participation in selected AUDA-NEPAD engagements where appropriate</a:t>
            </a:r>
          </a:p>
        </p:txBody>
      </p:sp>
      <p:pic>
        <p:nvPicPr>
          <p:cNvPr id="7" name="Picture 6" descr="outreach_audience_full_group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22795"/>
            <a:ext cx="5669280" cy="37781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| AUDA-NEPAD Youth SRH Ambassador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hands_raised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Youth SRH advocacy rooted in community — ready to serve continentally.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C79B"/>
                </a:solidFill>
                <a:latin typeface="Calibri"/>
              </a:rPr>
              <a:t>Application deadline: 17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