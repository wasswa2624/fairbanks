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Young Feminist AI School 2026 — UN Women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663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Learning Plan &amp; Gender-Responsive AI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32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CURRICULUM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Four learning blocks I will complete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5778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5577840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6E6E"/>
                </a:solidFill>
                <a:latin typeface="Calibri"/>
              </a:rPr>
              <a:t>Foundations of feminist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Bias in health datasets; who is missing from training data; participatory design with women and girls.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143000"/>
            <a:ext cx="55778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143000"/>
            <a:ext cx="5577840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371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6E6E"/>
                </a:solidFill>
                <a:latin typeface="Calibri"/>
              </a:rPr>
              <a:t>Responsible ML for community health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8288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Explainable alerts, consent, and offline-first capture for CHWs in low-bandwidth settings.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749040"/>
            <a:ext cx="55778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749040"/>
            <a:ext cx="5577840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776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6E6E"/>
                </a:solidFill>
                <a:latin typeface="Calibri"/>
              </a:rPr>
              <a:t>Gender-responsive product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Interfaces and workflows that work for mothers, adolescents, and CHWs — not only engineers.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49040"/>
            <a:ext cx="55778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49040"/>
            <a:ext cx="5577840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9776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6E6E"/>
                </a:solidFill>
                <a:latin typeface="Calibri"/>
              </a:rPr>
              <a:t>Policy &amp; advocacy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3484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Translating model outputs into action without stigmatising vulnerable groups.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Health AI often ignores women and girls</a:t>
            </a:r>
          </a:p>
        </p:txBody>
      </p:sp>
      <p:pic>
        <p:nvPicPr>
          <p:cNvPr id="6" name="Picture 5" descr="waiting_room_mothers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051560"/>
            <a:ext cx="384048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Missing data → biased models → harmful or useless alerts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Maternal &amp; adolescent programmes need participatory design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FairBanks outreach is where ethics meets engineering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Safe Signals — maternal &amp; adolescent support flags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5272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45C26"/>
                </a:solidFill>
                <a:latin typeface="Calibri"/>
              </a:rPr>
              <a:t>Discover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252728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Co-design with adolescent girls and mothers in FairBanks outreach — what questions are safe and useful?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0428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45C26"/>
                </a:solidFill>
                <a:latin typeface="Calibri"/>
              </a:rPr>
              <a:t>Prototype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304288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Lightweight risk flags for missed ANC and adolescent SRH education gaps using anonymised community signals.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5584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45C26"/>
                </a:solidFill>
                <a:latin typeface="Calibri"/>
              </a:rPr>
              <a:t>Validate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355848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Compare alerts against clinical outcomes and CHW feedback; document bias checks and corrections.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9768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0740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45C26"/>
                </a:solidFill>
                <a:latin typeface="Calibri"/>
              </a:rPr>
              <a:t>Share 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407408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Open learning brief for UN Women cohort — methods, failures, and ethical guardrails.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FIELD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FCHIP — community data with feminist guardrails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904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109728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CHW-led follow-up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Consent &amp; anonymisation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Auditable dashboards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No stigma by design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EXCHANGE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School ↔ FairBanks — mutual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572000"/>
          </a:xfrm>
          <a:prstGeom prst="rect">
            <a:avLst/>
          </a:prstGeom>
          <a:solidFill>
            <a:srgbClr val="F7F5F0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Cohort &amp; faculty receive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A real HealthTech field site with maternal and adolescent programmes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Documented gender-responsive AI design process from Uganda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Case material linking feminist AI principles to community health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572000"/>
          </a:xfrm>
          <a:prstGeom prst="rect">
            <a:avLst/>
          </a:prstGeom>
          <a:solidFill>
            <a:srgbClr val="F7F5F0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I receive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Structured feminist AI curriculum and peer changemakers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Mentorship on bias, safety, and inclusive model design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• Continental network to stress-test FCHIP ethics and narrative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From classroom to community pilot</a:t>
            </a:r>
          </a:p>
        </p:txBody>
      </p:sp>
      <p:pic>
        <p:nvPicPr>
          <p:cNvPr id="6" name="Picture 5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35480"/>
            <a:ext cx="5029200" cy="3352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Weeks 1–4: Feminist AI foundations + dataset audit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Weeks 5–8: Prototype Safe Signals with CHWs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Weeks 9–12: Validate, document bias checks, share open brief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hands_raised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Gender-responsive AI — learned with UN Women, tested with communities.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