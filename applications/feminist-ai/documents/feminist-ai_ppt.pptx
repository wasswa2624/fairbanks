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_opt.jpg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749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Young Feminist AI School 2026 (UN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06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Gender-Responsive AI for Community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8348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2C79B"/>
                </a:solidFill>
                <a:latin typeface="Calibri"/>
              </a:rPr>
              <a:t>Practical AI skills that put women, girls, and mothers at the centre of FCHIP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0E8E8"/>
                </a:solidFill>
                <a:latin typeface="Calibri"/>
              </a:rPr>
              <a:t>Admit FairBanks youth / women team members to the 12-week AI School cohort.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Mutual value for FairBanks and 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we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Hands-on AI skills for young women on the FairBanks team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Gender lens for FCHIP features (maternal risk, adolescent SRH, consent)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 real project deliverable that can plug into community outreach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Global peer network on feminist and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D6E6E"/>
                </a:solidFill>
                <a:latin typeface="Calibri"/>
              </a:rPr>
              <a:t>What they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Participants who will apply skills immediately in community health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 Uganda case study linking AI for gender equality to primary care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Amplification through FairBanks Community Reach programmes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E2F38"/>
                </a:solidFill>
                <a:latin typeface="Calibri"/>
              </a:rPr>
              <a:t>•  Contribution to the 70%+ young women participation goal with serious applicants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Health systems react too late</a:t>
            </a:r>
          </a:p>
        </p:txBody>
      </p:sp>
      <p:pic>
        <p:nvPicPr>
          <p:cNvPr id="6" name="Picture 5" descr="reactive_clinic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691"/>
            <a:ext cx="5303520" cy="3534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23444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Care often starts only after people fall sick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health data sits in paper registers and silos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High-risk pregnancies and NCDs are found too late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Medicine stock-outs hit hard during disease surges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Health shocks push poor families deeper into hardship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FCHIP — community health intelligence</a:t>
            </a:r>
          </a:p>
        </p:txBody>
      </p:sp>
      <p:pic>
        <p:nvPicPr>
          <p:cNvPr id="6" name="Picture 5" descr="data_flow_iso_labeled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062"/>
            <a:ext cx="6400800" cy="4265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2344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and VHTs capture structured data at household level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FCHIP applies AI, ML, and GIS to predict risk early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Alerts reach clinics, districts, and partners in time to act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Built on a live medical centre and community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PROGRAMME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Why this call matches FCHIP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Ages 18–30 worldwide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527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Ugandan team members in range; women prioritised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031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671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No-code practical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71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We will ship a usable project for community 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762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162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Advocacy / civic / responsible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162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Health equity and gender-responsive product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32070"/>
            <a:ext cx="11338560" cy="122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96078"/>
            <a:ext cx="292608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6E6E"/>
                </a:solidFill>
                <a:latin typeface="Calibri"/>
              </a:rPr>
              <a:t>~4 hours 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96078"/>
            <a:ext cx="7772400" cy="1085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Team can commit alongside FairBanks outreach duties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WHY FAIRBANKS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A live community health ecosystem</a:t>
            </a:r>
          </a:p>
        </p:txBody>
      </p:sp>
      <p:pic>
        <p:nvPicPr>
          <p:cNvPr id="6" name="Picture 5" descr="outreach_facilitator_canopy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43753"/>
            <a:ext cx="5486400" cy="365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Functioning FairBanks Medical Centre with clinic, pharmacy, and diagnostics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Active Community Reach outreach in Bukoto, Kyebando, Kisaasi, Kamwokya, Kikaaya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Trusted CHW and VHT relationships for household visits and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 programmes: maternal &amp; child health, Gericare, chronic-disease screening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Digital health records and outreach data ready to feed FCHIP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 and partnership mindset for ethical, evidence-based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12-week learning and project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Complete all 12 weeks (Aug–Oct 2026) with full attendance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Build a gender-responsive AI project tied to maternal / adolescent use cases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Present findings to FairBanks clinical and CHW leads for adoption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F38"/>
                </a:solidFill>
                <a:latin typeface="Calibri"/>
              </a:rPr>
              <a:t>•  Share learnings back with UN Women alumni channels where useful</a:t>
            </a:r>
          </a:p>
        </p:txBody>
      </p:sp>
      <p:pic>
        <p:nvPicPr>
          <p:cNvPr id="7" name="Picture 6" descr="indoor_training_staff_presenting_01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DEEP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Intelligence rooted in African community care</a:t>
            </a:r>
          </a:p>
        </p:txBody>
      </p:sp>
      <p:pic>
        <p:nvPicPr>
          <p:cNvPr id="6" name="Picture 5" descr="deep_tech_collage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65630"/>
            <a:ext cx="5120640" cy="34125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1978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52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27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Outbreak early warning; maternal and NCD 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741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290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033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Learn from community patterns, seasons, and outreach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9504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5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GIS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796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Disease distribution, hotspots, and resource gaps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8267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8816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Mobile 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559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Offline-capable CHW/VHT capture at household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030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7579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322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Secure sync across facilities and partners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579364"/>
            <a:ext cx="5852160" cy="76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6342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6E6E"/>
                </a:solidFill>
                <a:latin typeface="Calibri"/>
              </a:rPr>
              <a:t>Analytics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9085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A4A54"/>
                </a:solidFill>
                <a:latin typeface="Calibri"/>
              </a:rPr>
              <a:t>Real-time views for clinics, districts, and NGOs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A1F2E"/>
                </a:solidFill>
                <a:latin typeface="Calibri"/>
              </a:rPr>
              <a:t>Communities first — intelligence that serves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760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Community members identify needs and own solutions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CHWs / VHTs bridge homes to clinics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Community Reach programmes deliver outreach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FairBanks Medical Centre provides clinical care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Research, partnerships, and skills strengthen the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F38"/>
                </a:solidFill>
                <a:latin typeface="Calibri"/>
              </a:rPr>
              <a:t>•  Livelihoods and empowerment make health gains last</a:t>
            </a:r>
          </a:p>
        </p:txBody>
      </p:sp>
      <p:pic>
        <p:nvPicPr>
          <p:cNvPr id="7" name="Picture 6" descr="gis_hotspots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35160"/>
            <a:ext cx="5212080" cy="34734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9144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FairBanks FCHIP  |  Young Feminist AI School 2026 (UN Women)  |  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7453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reach_audience_full_group_01_opt.jpg"/>
          <p:cNvPicPr>
            <a:picLocks noChangeAspect="1"/>
          </p:cNvPicPr>
          <p:nvPr/>
        </p:nvPicPr>
        <p:blipFill>
          <a:blip r:embed="rId2"/>
          <a:srcRect t="7796" b="779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A3A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Admit FairBanks youth / women team members to the 12-week AI School cohort.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2C79B"/>
                </a:solidFill>
                <a:latin typeface="Calibri"/>
              </a:rPr>
              <a:t>Practical AI skills that put women, girls, and mothers at the centre of FCHIP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