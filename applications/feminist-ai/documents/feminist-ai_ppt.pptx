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Young Feminist AI School 2026 — UN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Learning Plan &amp; Gender-Responsive AI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CURRICULUM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Four learning blocks I will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Foundations of feminist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Bias in health datasets; who is missing from training data; participatory design with women and girls.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Responsible ML for community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Explainable alerts, consent, and offline-first capture for CHWs in low-bandwidth settings.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Gender-responsive product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Interfaces and workflows that work for mothers, adolescents, and CHWs — not only engineers.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Policy &amp; advocacy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Translating model outputs into action without stigmatising vulnerable 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 AI often ignores women and girls</a:t>
            </a:r>
          </a:p>
        </p:txBody>
      </p:sp>
      <p:pic>
        <p:nvPicPr>
          <p:cNvPr id="6" name="Picture 5" descr="waiting_room_mothe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51560"/>
            <a:ext cx="384048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Missing data → biased models → harmful or useless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Maternal &amp; adolescent programmes need participatory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outreach is where ethics meets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Safe Signals — maternal &amp; adolescent support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5272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Co-design with adolescent girls and mothers in FairBanks outreach — what questions are safe and useful?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0428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Lightweight risk flags for missed ANC and adolescent SRH education gaps using anonymised community signals.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5584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Compare alerts against clinical outcomes and CHW feedback; document bias checks and corrections.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Share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40740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Open learning brief for UN Women cohort — methods, failures, and ethical guardrails.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FIELD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FCHIP — community data with feminist guardrails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09728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CHW-led follow-up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Consent &amp; anonymisation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Auditable dashboards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No stigma by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School ↔ FairBanks — mutual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Cohort &amp; faculty 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A real HealthTech field site with maternal and adolescent programmes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Documented gender-responsive AI design process from Uganda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Case material linking feminist AI principles to community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 receive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Structured feminist AI curriculum and peer changemakers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Mentorship on bias, safety, and inclusive model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Continental network to stress-test FCHIP ethics and narrative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From classroom to community pilot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1–4: Feminist AI foundations + dataset audit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5–8: Prototype Safe Signals with CHWs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9–12: Validate, document bias checks, share open 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Gender-responsive AI — learned with UN Women, tested with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