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657600"/>
            <a:ext cx="12191695" cy="32004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World Bank GovTech Innovation Challenge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GovTech Readiness Brief — District Health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257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7607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D0E8E8"/>
                </a:solidFill>
                <a:latin typeface="Calibri"/>
              </a:rPr>
              <a:t>Challenge deadlines vary — we submit only for health / Africa-aligned use cases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READINESS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Ready PoC partner — not a blind submitter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GovTech connects tech firms with government digitalisation needs.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Capacity building · Switzerland bootcamp · government PoC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We maintain this pack and submit only when health / Africa challenges match.</a:t>
            </a:r>
          </a:p>
        </p:txBody>
      </p:sp>
      <p:pic>
        <p:nvPicPr>
          <p:cNvPr id="7" name="Picture 6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44040"/>
            <a:ext cx="5303520" cy="35356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CHALLENGE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Weekly scan · match gate · tailored submit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15568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Weekly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12801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3A4A54"/>
                </a:solidFill>
                <a:latin typeface="Calibri"/>
              </a:rPr>
              <a:t>Scan GovTech challenge pages for health / Africa digital-government calls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377440"/>
            <a:ext cx="1115568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14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Match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5146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3A4A54"/>
                </a:solidFill>
                <a:latin typeface="Calibri"/>
              </a:rPr>
              <a:t>Submit only when use case aligns with district health intelligence PoC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11880"/>
            <a:ext cx="1115568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749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If selected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749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3A4A54"/>
                </a:solidFill>
                <a:latin typeface="Calibri"/>
              </a:rPr>
              <a:t>Attend capacity building / Switzerland bootcamp as offered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HONEST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Moroccan audit challenges are not our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Current open public-finance audit use cases are outside FairBanks' domain.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We will not stretch a community health story to fit unrelated software requirements.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Our lane: district health intelligence from a live clinic + CHW operator.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POC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District health intelligence for government partners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7904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09728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Capture → sync → GIS → dashboards → alerts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Measure decision-cycle gains and CHW data quality for reporting.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POC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Five components co-designed with district users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Community capture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14300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Offline CHW/VHT forms with validation rules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1168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Data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10312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Secure sync, anonymisation, and quality dashboards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7180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632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GIS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06324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Hotspot maps for managers and partners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23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Alerts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402336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Configurable early warnings aligned to local protocols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92040"/>
            <a:ext cx="11155680" cy="8686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834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Handover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98348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Documentation and training for sustained use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DECISION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Managers see hotspots and coverage gaps</a:t>
            </a:r>
          </a:p>
        </p:txBody>
      </p:sp>
      <p:pic>
        <p:nvPicPr>
          <p:cNvPr id="6" name="Picture 5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733"/>
            <a:ext cx="5486400" cy="365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1097280"/>
            <a:ext cx="5669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Population risk views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Early-warning alerts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CHW validation rules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Export hooks for national systems where permitted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OPERATOR ADVANTAGE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Clinic + community — not software alone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44671"/>
            <a:ext cx="5303520" cy="35344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09728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FairBanks Medical Centre + Community Reach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CHW/VHT networks and outreach programmes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Team ready for bootcamp if selected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PoC measured in real manager workflows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WIN-WIN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GovTech ↔ FairBanks ↔ districts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FairBanks gains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Government PoC pathways; World Bank / SECO ecosystem visibility; learning that hardens FCHIP for public-sector deployment; bootcamp access if selected.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188720"/>
            <a:ext cx="539496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GovTech gains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3A4A54"/>
                </a:solidFill>
                <a:latin typeface="Calibri"/>
              </a:rPr>
              <a:t>Vendor that runs clinic and community operations — not only software; health intelligence use cases governments need; African implementer ready for co-design; reusable PoC patterns for district health offices.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92824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| GovTech Readiness | Your health, our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60175" y="6592824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Ready when the right health or Africa GovTech challenge opens.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486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true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3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animEffect transition="in" filter="fade">
                                <p:cBhvr>
                                  <p:cTn id="4" dur="450"/>
                                  <p:tgtEl>
                                    <p:spTgt spid="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5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presetID="10" presetClass="entr" presetSubtype="0" fill="hold" nodeType="withEffect">
                            <p:stCondLst>
                              <p:cond delay="200"/>
                            </p:stCondLst>
                            <p:childTnLst>
                              <p:animEffect transition="in" filter="fade">
                                <p:cBhvr>
                                  <p:cTn id="8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