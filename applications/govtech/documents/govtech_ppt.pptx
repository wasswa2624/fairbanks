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World Bank GovTech Innovation Challenge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GovTech Readiness Brief — District Health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D0E8E8"/>
                </a:solidFill>
                <a:latin typeface="Calibri"/>
              </a:rPr>
              <a:t>Challenge deadlines vary — we submit only for health / Africa-aligned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READINESS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Ready PoC partner — not a blind submitter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GovTech connects tech firms with government digitalisation needs.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Capacity building · Switzerland bootcamp · government PoC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We maintain this pack and submit only when health / Africa challenges match.</a:t>
            </a:r>
          </a:p>
        </p:txBody>
      </p:sp>
      <p:pic>
        <p:nvPicPr>
          <p:cNvPr id="7" name="Picture 6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CHALLENGE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Weekly scan · match gate · tailored submit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Weekly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280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3A4A54"/>
                </a:solidFill>
                <a:latin typeface="Calibri"/>
              </a:rPr>
              <a:t>Scan GovTech challenge pages for health / Africa digital-government calls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Match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146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3A4A54"/>
                </a:solidFill>
                <a:latin typeface="Calibri"/>
              </a:rPr>
              <a:t>Submit only when use case aligns with district health intelligence PoC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If selected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749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3A4A54"/>
                </a:solidFill>
                <a:latin typeface="Calibri"/>
              </a:rPr>
              <a:t>Attend capacity building / Switzerland bootcamp as offered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HONEST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Moroccan audit challenges are not our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Current open public-finance audit use cases are outside FairBanks' domain.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 will not stretch a community health story to fit unrelated software requirements.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Our lane: district health intelligence from a live clinic + CHW operator.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POC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District health intelligence for government partners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Capture → sync → GIS → dashboards → alerts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Measure decision-cycle gains and CHW data quality for reporting.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POC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Five components co-designed with district users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Community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14300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Offline CHW/VHT forms with validation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031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Secure sync, anonymisation, and quality dashboards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GIS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06324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Hotspot maps for managers and partners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023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Configurable early warnings aligned to local protocols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Handover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9834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Documentation and training for sustained 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Managers see hotspots and coverage gaps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Population risk views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Early-warning alerts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 validation rules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Export hooks for national systems where permitted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OPERATOR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Clinic + community — not software alone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FairBanks Medical Centre + Community Reach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CHW/VHT networks and outreach programmes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Team ready for bootcamp if selected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PoC measured in real manager workflows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GovTech ↔ FairBanks ↔ districts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Government PoC pathways; World Bank / SECO ecosystem visibility; learning that hardens FCHIP for public-sector deployment; bootcamp access if selected.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GovTech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Vendor that runs clinic and community operations — not only software; health intelligence use cases governments need; African implementer ready for co-design; reusable PoC patterns for district health offices.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Ready when the right health or Africa GovTech challenge opens.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