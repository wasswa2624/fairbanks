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A3A3"/>
                </a:solidFill>
                <a:latin typeface="Calibri"/>
              </a:rPr>
              <a:t>World Bank GovTech Innovation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GovTech Readiness Brief — District Health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E8"/>
                </a:solidFill>
                <a:latin typeface="Calibri"/>
              </a:rPr>
              <a:t>Challenge deadlines vary — we submit only for health / Africa-aligned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READINESS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Ready PoC partner — not a blind submitter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A4A54"/>
                </a:solidFill>
                <a:latin typeface="Calibri"/>
              </a:rPr>
              <a:t>GovTech connects tech firms with government digitalisation needs.
Capacity building · Switzerland bootcamp · government PoC
We maintain this pack and submit only when health / Africa challenges match.</a:t>
            </a:r>
          </a:p>
        </p:txBody>
      </p:sp>
      <p:pic>
        <p:nvPicPr>
          <p:cNvPr id="7" name="Picture 6" descr="dashboard_demo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44040"/>
            <a:ext cx="5303520" cy="3535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GovTech Readiness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CHALLENGE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Weekly scan · match gate · tailored submit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155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E6E"/>
                </a:solidFill>
                <a:latin typeface="Calibri"/>
              </a:rPr>
              <a:t>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80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4"/>
                </a:solidFill>
                <a:latin typeface="Calibri"/>
              </a:rPr>
              <a:t>Scan GovTech challenge pages for health / Africa digital-government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155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E6E"/>
                </a:solidFill>
                <a:latin typeface="Calibri"/>
              </a:rPr>
              <a:t>Match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14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4"/>
                </a:solidFill>
                <a:latin typeface="Calibri"/>
              </a:rPr>
              <a:t>Submit only when use case aligns with district health intelligence PoC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11155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E6E"/>
                </a:solidFill>
                <a:latin typeface="Calibri"/>
              </a:rPr>
              <a:t>If 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749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4"/>
                </a:solidFill>
                <a:latin typeface="Calibri"/>
              </a:rPr>
              <a:t>Attend capacity building / Switzerland bootcamp as offered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GovTech Readiness | Your health, our 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Moroccan audit challenges are not our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F38"/>
                </a:solidFill>
                <a:latin typeface="Calibri"/>
              </a:rPr>
              <a:t>Current open public-finance audit use cases are outside FairBanks' domain.
We will not stretch a community health story to fit unrelated software requirements.
Our lane: district health intelligence from a live clinic + CHW operator.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GovTech Readiness |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POC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District health intelligence for government partners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79042"/>
            <a:ext cx="6400800" cy="4265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0972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54"/>
                </a:solidFill>
                <a:latin typeface="Calibri"/>
              </a:rPr>
              <a:t>Capture → sync → GIS → dashboards → alerts
Measure decision-cycle gains and CHW data quality for reporting.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GovTech Readiness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POC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Five components co-designed with district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155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6E"/>
                </a:solidFill>
                <a:latin typeface="Calibri"/>
              </a:rPr>
              <a:t>Community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4300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4"/>
                </a:solidFill>
                <a:latin typeface="Calibri"/>
              </a:rPr>
              <a:t>Offline CHW/VHT forms with validation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1155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6E"/>
                </a:solidFill>
                <a:latin typeface="Calibri"/>
              </a:rPr>
              <a:t>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4"/>
                </a:solidFill>
                <a:latin typeface="Calibri"/>
              </a:rPr>
              <a:t>Secure sync, anonymisation, and quality dashboards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11155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6E"/>
                </a:solidFill>
                <a:latin typeface="Calibri"/>
              </a:rPr>
              <a:t>GIS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632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4"/>
                </a:solidFill>
                <a:latin typeface="Calibri"/>
              </a:rPr>
              <a:t>Hotspot maps for managers and partners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1155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6E"/>
                </a:solidFill>
                <a:latin typeface="Calibri"/>
              </a:rPr>
              <a:t>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023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4"/>
                </a:solidFill>
                <a:latin typeface="Calibri"/>
              </a:rPr>
              <a:t>Configurable early warnings aligned to local protocols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11155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6E"/>
                </a:solidFill>
                <a:latin typeface="Calibri"/>
              </a:rPr>
              <a:t>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834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4"/>
                </a:solidFill>
                <a:latin typeface="Calibri"/>
              </a:rPr>
              <a:t>Documentation and training for sustained 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GovTech Readiness | Your health, our mission.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Managers see hotspots and coverage gaps</a:t>
            </a:r>
          </a:p>
        </p:txBody>
      </p:sp>
      <p:pic>
        <p:nvPicPr>
          <p:cNvPr id="6" name="Picture 5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733"/>
            <a:ext cx="5486400" cy="365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F38"/>
                </a:solidFill>
                <a:latin typeface="Calibri"/>
              </a:rPr>
              <a:t>• Population risk views
• Early-warning alerts
• CHW validation rules
• Export hooks for national systems where permitted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GovTech Readiness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OPERATOR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Clinic + community — not software alone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44671"/>
            <a:ext cx="5303520" cy="3534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F38"/>
                </a:solidFill>
                <a:latin typeface="Calibri"/>
              </a:rPr>
              <a:t>• FairBanks Medical Centre + Community Reach
• CHW/VHT networks and outreach programmes
• Team ready for bootcamp if selected
• PoC measured in real manager 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GovTech Readiness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WIN-WIN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GovTech ↔ FairBanks ↔ districts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6E6E"/>
                </a:solidFill>
                <a:latin typeface="Calibri"/>
              </a:rPr>
              <a:t>FairBanks gains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4"/>
                </a:solidFill>
                <a:latin typeface="Calibri"/>
              </a:rPr>
              <a:t>Government PoC pathways; World Bank / SECO ecosystem visibility; learning that hardens FCHIP for public-sector deployment; bootcamp access if selected.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949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6E6E"/>
                </a:solidFill>
                <a:latin typeface="Calibri"/>
              </a:rPr>
              <a:t>GovTech gains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4"/>
                </a:solidFill>
                <a:latin typeface="Calibri"/>
              </a:rPr>
              <a:t>Vendor that runs clinic and community operations — not only software; health intelligence use cases governments need; African implementer ready for co-design; reusable PoC patterns for district health offices.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GovTech Readiness | Your health, our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audience_full_group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Ready when the right health or Africa GovTech challenge opens.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