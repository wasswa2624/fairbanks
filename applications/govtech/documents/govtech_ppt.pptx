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rcRect l="33" r="3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474720"/>
            <a:ext cx="12191695" cy="338328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7490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A3A3"/>
                </a:solidFill>
                <a:latin typeface="Calibri"/>
              </a:rPr>
              <a:t>World Bank GovTech Innovation Challenge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062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District Health Intelligence for Government Partners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983481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1">
                <a:solidFill>
                  <a:srgbClr val="F2C79B"/>
                </a:solidFill>
                <a:latin typeface="Calibri"/>
              </a:rPr>
              <a:t>Watching for health / Africa challenges — ready proof-of-concept partner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5321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9893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D0E8E8"/>
                </a:solidFill>
                <a:latin typeface="Calibri"/>
              </a:rPr>
              <a:t>Shortlist FairBanks when health or Africa digital-government challenges open; engage on relevant PoCs.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WIN-WIN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Mutual value for FairBanks and the programme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What we gain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54864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Access to government PoC pathways and Trust Valley capacity building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Credibility from World Bank / SECO ecosystem visibility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Learning that hardens FCHIP for public-sector deployment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Potential Switzerland bootcamp for selected innovators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1430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What they gain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508760"/>
            <a:ext cx="539496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A vendor that already runs clinic and community operations — not only software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Health intelligence use cases governments actually need (surveillance, CHW data, dashboards)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African implementer ready for public-sector co-design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Reusable PoC patterns for district health offices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World Bank GovTech Innovation Challenge   |  Your health, our mission.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Health systems react too late</a:t>
            </a:r>
          </a:p>
        </p:txBody>
      </p:sp>
      <p:pic>
        <p:nvPicPr>
          <p:cNvPr id="6" name="Picture 5" descr="reactive_clin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04691"/>
            <a:ext cx="5303520" cy="35344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0" y="1234440"/>
            <a:ext cx="566928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Care often starts only after people fall sick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Community health data sits in paper registers and silos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High-risk pregnancies and NCDs are found too late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Medicine stock-outs hit hard during disease surges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Health shocks push poor families deeper into hardship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World Bank GovTech Innovation Challenge 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FCHIP — community health intelligence</a:t>
            </a:r>
          </a:p>
        </p:txBody>
      </p:sp>
      <p:pic>
        <p:nvPicPr>
          <p:cNvPr id="6" name="Picture 5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39062"/>
            <a:ext cx="6400800" cy="4265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0880" y="1234440"/>
            <a:ext cx="475488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CHWs and VHTs capture structured data at household level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FCHIP applies AI, ML, and GIS to predict risk early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Alerts reach clinics, districts, and partners in time to act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Built on a live medical centre and community programmes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World Bank GovTech Innovation Challenge 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PROGRAMME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Why this call matches FCHIP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11338560" cy="12230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52728"/>
            <a:ext cx="292608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Tech companies worldwide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252728"/>
            <a:ext cx="777240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Ugandan HealthTech operator eligible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503170"/>
            <a:ext cx="11338560" cy="12230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567178"/>
            <a:ext cx="292608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Government digitalisation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567178"/>
            <a:ext cx="777240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District health intelligence PoC ready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817620"/>
            <a:ext cx="11338560" cy="12230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881628"/>
            <a:ext cx="292608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Capacity building + bootcamp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881628"/>
            <a:ext cx="777240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Team prepared to attend if selected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5132070"/>
            <a:ext cx="11338560" cy="12230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5196078"/>
            <a:ext cx="292608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Challenge-specific deadlines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5196078"/>
            <a:ext cx="777240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Active monitoring; no blind submissions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World Bank GovTech Innovation Challenge   |  Your health, our 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WHY FAIRBANKS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A live community health ecosystem</a:t>
            </a:r>
          </a:p>
        </p:txBody>
      </p:sp>
      <p:pic>
        <p:nvPicPr>
          <p:cNvPr id="6" name="Picture 5" descr="outreach_facilitator_canopy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43753"/>
            <a:ext cx="5486400" cy="36562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1234440"/>
            <a:ext cx="548640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Functioning FairBanks Medical Centre with clinic, pharmacy, and diagnostics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Active Community Reach outreach in Bukoto, Kyebando, Kisaasi, Kamwokya, Kikaaya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Trusted CHW and VHT relationships for household visits and referrals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Live programmes: maternal &amp; child health, Gericare, chronic-disease screening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Digital health records and outreach data ready to feed FCHIP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Research and partnership mindset for ethical, evidence-based scale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World Bank GovTech Innovation Challenge 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THE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Monitor → match → PoC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76072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E2F38"/>
                </a:solidFill>
                <a:latin typeface="Calibri"/>
              </a:rPr>
              <a:t>•  Maintain this application pack as a ready response baseline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F38"/>
                </a:solidFill>
                <a:latin typeface="Calibri"/>
              </a:rPr>
              <a:t>•  Monitor World Bank GovTech challenge pages weekly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F38"/>
                </a:solidFill>
                <a:latin typeface="Calibri"/>
              </a:rPr>
              <a:t>•  Submit tailored proposals only for health / Africa-aligned challenges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F38"/>
                </a:solidFill>
                <a:latin typeface="Calibri"/>
              </a:rPr>
              <a:t>•  If selected: co-design PoC with government partner and measure decision-cycle gains</a:t>
            </a:r>
          </a:p>
        </p:txBody>
      </p:sp>
      <p:pic>
        <p:nvPicPr>
          <p:cNvPr id="7" name="Picture 6" descr="indoor_training_staff_presenting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35160"/>
            <a:ext cx="5212080" cy="347347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World Bank GovTech Innovation Challenge 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DEEP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Intelligence rooted in African community care</a:t>
            </a:r>
          </a:p>
        </p:txBody>
      </p:sp>
      <p:pic>
        <p:nvPicPr>
          <p:cNvPr id="6" name="Picture 5" descr="deep_tech_collage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65630"/>
            <a:ext cx="5120640" cy="34125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852160" y="1197864"/>
            <a:ext cx="585216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12527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Artificial Intelligence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52704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Outbreak early warning; maternal and NCD risk scoring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0" y="2074164"/>
            <a:ext cx="585216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21290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Machine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40334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Learn from community patterns, seasons, and outreach outcomes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2950464"/>
            <a:ext cx="585216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0" y="30053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GIS Mapping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327964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Disease distribution, hotspots, and resource gaps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0" y="3826764"/>
            <a:ext cx="585216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0" y="38816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Mobile Data Collection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415594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Offline-capable CHW/VHT capture at household level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2160" y="4703064"/>
            <a:ext cx="585216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0" y="47579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Cloud Computing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503224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Secure sync across facilities and partners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52160" y="5579364"/>
            <a:ext cx="585216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0" y="56342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Analytics Dashboards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590854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Real-time views for clinics, districts, and NGOs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World Bank GovTech Innovation Challenge   |  Your health, our mission.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OUR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Communities first — intelligence that serves care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76072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Community members identify needs and own solutions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CHWs / VHTs bridge homes to clinics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FairBanks Community Reach programmes deliver outreach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FairBanks Medical Centre provides clinical care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Research, partnerships, and skills strengthen the system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Livelihoods and empowerment make health gains last</a:t>
            </a:r>
          </a:p>
        </p:txBody>
      </p:sp>
      <p:pic>
        <p:nvPicPr>
          <p:cNvPr id="7" name="Picture 6" descr="gis_hotspots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35160"/>
            <a:ext cx="5212080" cy="347347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World Bank GovTech Innovation Challenge 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utreach_audience_full_group_01_opt.jpg"/>
          <p:cNvPicPr>
            <a:picLocks noChangeAspect="1"/>
          </p:cNvPicPr>
          <p:nvPr/>
        </p:nvPicPr>
        <p:blipFill>
          <a:blip r:embed="rId2"/>
          <a:srcRect t="7796" b="779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657600"/>
            <a:ext cx="12191695" cy="32004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931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A3A3"/>
                </a:solidFill>
                <a:latin typeface="Calibri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3891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Shortlist FairBanks when health or Africa digital-government challenges open; engage on relevant PoCs.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949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1">
                <a:solidFill>
                  <a:srgbClr val="F2C79B"/>
                </a:solidFill>
                <a:latin typeface="Calibri"/>
              </a:rPr>
              <a:t>Watching for health / Africa challenges — ready proof-of-concept partner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9436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