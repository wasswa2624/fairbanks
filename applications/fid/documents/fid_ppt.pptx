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46" r="4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337560"/>
            <a:ext cx="12191695" cy="352044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1188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Fund for Innovation in Development (FID) — Call for Proposals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7091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035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2C79B"/>
                </a:solidFill>
                <a:latin typeface="Calibri"/>
              </a:rPr>
              <a:t>Predictive community health that keeps families out of poverty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80644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72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Requested stage: Pilot Grant (up to €200,000) — pathway to Impact Evaluation &amp; Scale-Up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When illness strikes, poverty follows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4540"/>
            <a:ext cx="52120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80160"/>
            <a:ext cx="5760720" cy="498348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Care starts only after people fall sick — outbreaks caught late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Community data trapped in paper registers and silos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High-risk pregnancies and NCDs identified too late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Medicine stock-outs during seasonal surges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Health shocks push poor families into catastrophic spending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FCHIP: community data becomes prediction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7820"/>
            <a:ext cx="6492240" cy="4328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78040" y="1234440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1234440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42632" y="1362456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2" y="1887321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Offline CHW/VHT mobile tools at the household level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953512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953512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42632" y="3081528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2" y="3606393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AI/ML risk scoring, GIS hotspots, decision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672584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672584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4800600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5325465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Alerts to CHWs, clinics, districts, insurers, partners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Substantial engineering, not a light app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95500"/>
            <a:ext cx="5029200" cy="3352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60720" y="11978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2527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270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741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1290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4033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Pattern learning from community data, seasonal trends,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29504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0053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2796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resource-gap visualisation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38267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8816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1559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47030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47579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322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facilities, partners, administrative levels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55793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56342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&amp; NLP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9085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Live dashboards; local-language symptom capture where useful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THEORY OF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From data to poverty reduction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FID Pilot Grant; FairBanks live operations; CHW/VHT networks; mobile + cloud + AI stack.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79776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6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Activities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Build offline capture app, cloud pipeline, AI risk models, GIS layer, and dashboards; train CHWs; run pilot.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02352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02352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Structured community health data; predictive alerts; facility/district dashboards; referrals triggered.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8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8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Outcomes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4656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Earlier detection and referral; fewer missed high-risk cases; fewer stock-outs; better-targeted outreach.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47504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47504" y="1371600"/>
            <a:ext cx="2212848" cy="50292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Reduced preventable illness and health-driven poverty; lower inequality for underserved communities.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EVIDENCE OF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Built to be measured and evaluated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9550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234440"/>
            <a:ext cx="594360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Existing evidence: CHW/mHealth programmes and community-based early warning have documented gains in maternal, child, and communicable-disease outcomes across sub-Saharan Africa; FCHIP builds on this base by adding predictive intelligence across multiple data sources.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Baseline data: FairBanks outreach screening, maternal programmes, pharmacy dispensing, and facility encounters already generate the signals needed to establish a credible pre-intervention baseline.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Measurable outcomes: alert accuracy, time-to-referral, proportion of high-risk pregnancies identified early, immunisation and screening coverage, and stock-out frequency.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Evaluation pathway: the pilot is designed so that a subsequent counterfactual impact evaluation (comparison communities) can rigorously test effect sizes — the qualifying step toward FID's Impact Evaluation and Scale-Up stages.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COST &amp; COST-EFFECTIVENESS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Prevention costs less than late treatment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66928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Builds on assets that already exist — a live medical centre, trained CHW/VHT networks, and outreach programmes — so the pilot avoids the cost of standing up field operations from scratch.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Offline-first, mobile-based capture keeps hardware and connectivity costs low and works in low-bandwidth settings.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Prevention is cheaper than late treatment: early detection of outbreaks, maternal risk, and NCDs reduces costly emergency care and lost livelihoods.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A shared platform serves many users (CHWs, clinics, districts, insurers), spreading cost and improving cost per beneficiary as coverage grows.</a:t>
            </a:r>
          </a:p>
        </p:txBody>
      </p:sp>
      <p:pic>
        <p:nvPicPr>
          <p:cNvPr id="7" name="Picture 6" descr="outreach_bp_screening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73580"/>
            <a:ext cx="5394960" cy="3596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SCALE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portable model with diversified revenue</a:t>
            </a:r>
          </a:p>
        </p:txBody>
      </p:sp>
      <p:pic>
        <p:nvPicPr>
          <p:cNvPr id="6" name="Picture 5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73580"/>
            <a:ext cx="5394960" cy="3596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234440"/>
            <a:ext cx="566928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Technical scalability: cloud architecture and standard mobile tools extend from one catchment to many districts without redesign.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Model portability: CHW/VHT systems exist across Uganda and much of Africa, so the approach transfers to other ODA-eligible markets.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Financial sustainability: diversified revenue — clinic/hospital subscriptions, district and Ministry of Health deployments, NGO programme monitoring, insurer analytics, and partner APIs — reduces reliance on grants over time.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Policy pathway: evidence generated in the pilot supports integration into public health planning and district decision-making, aligning with FID's public-policy funding streams.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venture, ready to pilot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2620"/>
            <a:ext cx="5577840" cy="3718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234440"/>
            <a:ext cx="548640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Functioning FairBanks Medical Centre with direct patient and community access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Kikaaya, and surrounding areas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Established CHW and VHT relationships and trust in target communities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screening, corporate &amp; school health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Digital health records foundation and pharmacy operations already generating data signals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Research and community partnerships that support ethical data use and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PLAN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Pilot first, then evaluate and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1 — Pilot  (0–12 mo)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2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MVP live with FairBanks CHWs/VHTs; validate 3 use cases; establish baseline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606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606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1178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2 — Impact evaluation prep  (12–18 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8610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Counterfactual design; comparison communities; measurement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4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2336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3 — District scale  (18–36 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9768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Partner clinics and district structures; NGO/insurer modules; APIs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18922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89220"/>
            <a:ext cx="91440" cy="11201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3494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4 — Scale-up  (Year 3+)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0926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Multi-district Uganda; East Africa entry; policy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1430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Indicative pilot budget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4533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61848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Product &amp;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161848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€70,000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35305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620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Field pilot &amp; CHW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242620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€45,000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16077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23392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Data, evaluation &amp; M&amp;E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23392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€35,000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96849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04164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Data governance &amp; 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404164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€15,000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77621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84936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Project management &amp; operations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484936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€35,000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583936"/>
            <a:ext cx="5394960" cy="734568"/>
          </a:xfrm>
          <a:prstGeom prst="rect">
            <a:avLst/>
          </a:prstGeom>
          <a:solidFill>
            <a:srgbClr val="E8F0F0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565708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F2E"/>
                </a:solidFill>
                <a:latin typeface="Calibri"/>
              </a:rPr>
              <a:t>Total (indicative Pilot Grant)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565708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€200,000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IT FITS FID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Evidence, cost-effectiveness,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Evidence of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3444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Clear theory of change, baseline data, and a pathway to counterfactual 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4889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Cost &amp; cost-effectiveness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4889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Builds on existing assets; prevention reduces costly late treatment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6334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Scale &amp; sustainability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86334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Portable model; diversified revenue; policy-integration pathway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7779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Poverty &amp; inequality 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17779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Targets underserved communities where health shocks drive poverty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143000"/>
            <a:ext cx="4480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SDG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508760"/>
            <a:ext cx="4480560" cy="480060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 — No Poverty: Prevents health-shock-driven catastrophic spending and lost income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3 — Good Health &amp; Well-Being: Predictive community health; maternal/child/NCD focus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5 — Gender Equality: Women-led venture; maternal health intelligence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10 — Reduced Inequalities: Intelligence and care for underserved communities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17 — Partnerships: Government, NGO, insurer, and academic collaboration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160520"/>
            <a:ext cx="109728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Pilot Grant to validate FCHIP in FairBanks' live catchment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00600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and prove the pathway to evaluation and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4864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Predictive community health that keeps families out of poverty.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