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Africa CDC African Epidemic Services (AES) Epidemiology Fellowship 2026–2028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Epidemiology &amp; Informatics Talent for FCHIP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8348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Fully funded fellowship strengthening outbreak intelligence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Select a FairBanks public-health professional for the AES Epidemiology (or Informatics) track.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Mutual value for FairBanks and 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we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World-class epidemiology / informatics training for staff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Stronger outbreak and surveillance modules inside FCHIP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Stipend, travel, insurance, hardware, and software covered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Continental network across African Epidemic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they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Fellow already employed in public-facing community health 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Field placement potential linked to real CHW and facility data flows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Contribution to Africa's epidemic readiness from Uganda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Informatics track alignment with digital community health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Health systems react too late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69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23444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Care often starts only after people fall sick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health data sits in paper registers and silos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High-risk pregnancies and NCDs are found too late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Medicine stock-outs hit hard during disease surges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Health shocks push poor families deeper into hardship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 — community health intelligence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06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2344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and VHTs capture structured data at household level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FCHIP applies AI, ML, and GIS to predict risk early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Alerts reach clinics, districts, and partners in time to 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Built on a live medical centre and community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PROGRAMME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Why this call matches FCHIP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AU citizen under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527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Ugandan staff candidate in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71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Employed in public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71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FairBanks clinical / community health employment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16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Degree + 3 years'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16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Candidate will meet stated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960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Epidemiology / Informatics tracks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960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Direct fit to FCHIP surveillance goals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community health ecosystem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375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clinic, pharmacy, and diagnostics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Trusted CHW and VHT relationships for household visits and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and outreach data ready to feed FCHIP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partnership mindset for ethical, evidence-based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Two-year fellowship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Months 1–3: Core training in Addis Ababa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Months 4–24: Field placement with FairBanks / partner public health sites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Throughout: Apply methods to FCHIP surveillance and quality improvement</a:t>
            </a:r>
          </a:p>
        </p:txBody>
      </p:sp>
      <p:pic>
        <p:nvPicPr>
          <p:cNvPr id="7" name="Picture 6" descr="indoor_training_staff_presenting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Intelligence rooted in African community care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65630"/>
            <a:ext cx="5120640" cy="3412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1978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52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27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741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290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33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Learn from community patterns, seasons, and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9504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5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9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8267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816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559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030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7579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322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 and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5793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342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9085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Real-time views for clinics, districts, and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Communities first — intelligence that serves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members identify needs and own solutions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/ VHTs bridge homes to clinics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Community Reach programmes deliver outreach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Medical Centre provides clinical care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Research, partnerships, and skills strengthen the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Livelihoods and empowerment make health gains last</a:t>
            </a:r>
          </a:p>
        </p:txBody>
      </p:sp>
      <p:pic>
        <p:nvPicPr>
          <p:cNvPr id="7" name="Picture 6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Africa CDC African Epidemic Services (AE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Select a FairBanks public-health professional for the AES Epidemiology (or Informatics) track.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2C79B"/>
                </a:solidFill>
                <a:latin typeface="Calibri"/>
              </a:rPr>
              <a:t>Fully funded fellowship strengthening outbreak intelligence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