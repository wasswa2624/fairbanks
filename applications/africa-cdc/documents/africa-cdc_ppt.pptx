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Africa CDC African Epidemic Services (AES) Epidemiology Fellowship 2026–2028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Fellowship Nomination — Surveillance Science for Community 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3 months training in Addis Ababa · 21 months field placement · fully funded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AES FELLOWSHIP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Two years — training, placement, fully funded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3 months core training in Addis Ababa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21 months field placement with employer support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Epidemiology or Public Health Informatics track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Stipend, travel, insurance, hardware, software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African Union citizens under 35 in public health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671"/>
            <a:ext cx="5303520" cy="353441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SURVEILLANCE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Platforms need trained epidemiologists — not only code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Community signals from CHWs only become action with investigation discipline, trend analysis, and informatics pipelines.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FairBanks lives inside primary care — the right place to grow Africa's epidemic readiness.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RETURN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Training → field → FCHIP → communities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Standardise outbreak workflows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Improve CHW data quality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Cascade training to supervisors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Validate FCHIP alerts with surveillance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SHARED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Africa CDC ↔ FairBanks ↔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World-class epidemiology training; stronger surveillance modules; stipend, travel, insurance, hardware, and software covered; continental AES network access.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Africa CDC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500" b="0" i="0">
                <a:solidFill>
                  <a:srgbClr val="3A4A54"/>
                </a:solidFill>
                <a:latin typeface="Calibri"/>
              </a:rPr>
              <a:t>Fellow employed in live community health work; field placement linked to real CHW and facility data; Uganda contribution to Africa's epidemic readiness; informatics track aligned with digital community health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APPLICATION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Where fellowship skills meet FCHIP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Outbreak workflows: community fever reports trigger structured investigation and pharmacy pre-stocking before surges spread.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Informatics: validation rules and data-quality pipelines for offline CHW capture feeding FCHIP.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1E2F38"/>
                </a:solidFill>
                <a:latin typeface="Calibri"/>
              </a:rPr>
              <a:t>Training cascade: teach CHW supervisors better data use and early-warning interpretation.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24-MONTH PATHWAY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Addis Ababa training → Uganda field placement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Months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0700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Core epidemiology and informatics training in Addis Ababa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Months 4–12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0428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Field placement — outbreak workflows and CHW data quality at FairBanks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Months 13–24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0156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Advanced surveillance modules; district partner engagement; FCHIP alert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Throughout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498848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Monthly learning reports; Africa CDC network participation; community feedback loops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ELIGIBILITY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Nominee meets AES criteria through FairBanks employment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AU citizen under 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20700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Ugandan staff candidate within eligibility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0428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Employed in public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0428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FairBanks clinical / community health employment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9184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0156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Degree + 3 years' experience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40156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Nominee will meet stated requirements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89120"/>
            <a:ext cx="11155680" cy="960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Epidemiology / Informatics tracks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498848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Direct fit to FCHIP surveillance and data-quality goals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FIELD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Live community health ecosystem in Uganda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FairBanks Medical Centre + Community 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networks in Kampala catchments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Maternal, child, chronic, and outreach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FCHIP intelligence layer in development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Employer ready to host field placement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Africa CDC AES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Select our fellow — skills that return to FCHIP and Uganda's communities.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Apply by 26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