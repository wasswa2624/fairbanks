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A3A3"/>
                </a:solidFill>
                <a:latin typeface="Calibri"/>
              </a:rPr>
              <a:t>Africa CDC African Epidemic Services (AES) Epidemiology Fellowship 2026–2028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Fellowship Nomination — Surveillance Science for Community Health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E8E8"/>
                </a:solidFill>
                <a:latin typeface="Calibri"/>
              </a:rPr>
              <a:t>3 months training in Addis Ababa · 21 months field placement · fully funded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AES FELLOWSHIP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Two years — training, placement, fully funded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E2F38"/>
                </a:solidFill>
                <a:latin typeface="Calibri"/>
              </a:rPr>
              <a:t>• 3 months core training in Addis Ababa
• 21 months field placement with employer support
• Epidemiology or Public Health Informatics track
• Stipend, travel, insurance, hardware, software
• African Union citizens under 35 in public health</a:t>
            </a:r>
          </a:p>
        </p:txBody>
      </p:sp>
      <p:pic>
        <p:nvPicPr>
          <p:cNvPr id="7" name="Picture 6" descr="indoor_training_staff_presenting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44671"/>
            <a:ext cx="5303520" cy="353441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SURVEILLANCE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Platforms need trained epidemiologists — not only code</a:t>
            </a:r>
          </a:p>
        </p:txBody>
      </p:sp>
      <p:pic>
        <p:nvPicPr>
          <p:cNvPr id="6" name="Picture 5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733"/>
            <a:ext cx="5486400" cy="365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A4A54"/>
                </a:solidFill>
                <a:latin typeface="Calibri"/>
              </a:rPr>
              <a:t>Community signals from CHWs only become action with investigation discipline, trend analysis, and informatics pipelines.
FairBanks lives inside primary care — the right place to grow Africa's epidemic readiness.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RETURN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Training → field → FCHIP → communities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7904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0972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A4A54"/>
                </a:solidFill>
                <a:latin typeface="Calibri"/>
              </a:rPr>
              <a:t>Standardise outbreak workflows
Improve CHW data quality
Cascade training to supervisors
Validate FCHIP alerts with surveillance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SHARED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Africa CDC ↔ FairBanks ↔ communities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6E6E"/>
                </a:solidFill>
                <a:latin typeface="Calibri"/>
              </a:rPr>
              <a:t>FairBanks gains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4"/>
                </a:solidFill>
                <a:latin typeface="Calibri"/>
              </a:rPr>
              <a:t>World-class epidemiology training; stronger surveillance modules; stipend, travel, insurance, hardware, and software covered; continental AES network access.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6E6E"/>
                </a:solidFill>
                <a:latin typeface="Calibri"/>
              </a:rPr>
              <a:t>Africa CDC gains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4"/>
                </a:solidFill>
                <a:latin typeface="Calibri"/>
              </a:rPr>
              <a:t>Fellow employed in live community health work; field placement linked to real CHW and facility data; Uganda contribution to Africa's epidemic readiness; informatics track aligned with digital community health tools.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APPLICATION AREAS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Where fellowship skills meet FCHIP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Outbreak workflows: community fever reports trigger structured investigation and pharmacy pre-stocking before surges spread.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31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Informatics: validation rules and data-quality pipelines for offline CHW capture feeding FCHIP.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4612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383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Training cascade: teach CHW supervisors better data use and early-warning interpretation.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24-MONTH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Addis Ababa training → Uganda field placement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6E6E"/>
                </a:solidFill>
                <a:latin typeface="Calibri"/>
              </a:rPr>
              <a:t>Months 1–3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207008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Core epidemiology and informatics training in Addis Ababa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042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6E6E"/>
                </a:solidFill>
                <a:latin typeface="Calibri"/>
              </a:rPr>
              <a:t>Months 4–12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04288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Field placement — outbreak workflows and CHW data quality at FairBanks sites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9184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015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6E6E"/>
                </a:solidFill>
                <a:latin typeface="Calibri"/>
              </a:rPr>
              <a:t>Months 13–24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401568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Advanced surveillance modules; district partner engagement; FCHIP alert validation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8912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988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6E6E"/>
                </a:solidFill>
                <a:latin typeface="Calibri"/>
              </a:rPr>
              <a:t>Throughout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4498848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Monthly learning reports; Africa CDC network participation; community feedback loops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ELIGIBILITY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Nominee meets AES criteria through FairBanks employment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AU citizen under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20700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Ugandan staff candidate within eligibility 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04288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Employed in public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30428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FairBanks clinical / community health employment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9184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01568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Degree + 3 years'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40156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Nominee will meet stated requirements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8912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98848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Epidemiology / Informatics tracks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49884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Direct fit to FCHIP surveillance and data-quality goals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FIELD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Live community health ecosystem in Uganda</a:t>
            </a:r>
          </a:p>
        </p:txBody>
      </p:sp>
      <p:pic>
        <p:nvPicPr>
          <p:cNvPr id="6" name="Picture 5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44671"/>
            <a:ext cx="5303520" cy="3534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E2F38"/>
                </a:solidFill>
                <a:latin typeface="Calibri"/>
              </a:rPr>
              <a:t>• FairBanks Medical Centre + Community Reach
• CHW/VHT networks in Kampala catchments
• Maternal, child, chronic, and outreach programmes
• FCHIP intelligence layer in development
• Employer ready to host field placement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Select our fellow — skills that return to FCHIP and Uganda's communities.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E8E8"/>
                </a:solidFill>
                <a:latin typeface="Calibri"/>
              </a:rPr>
              <a:t>Apply by 26 August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