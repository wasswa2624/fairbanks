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hw_mobil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0"/>
            <a:ext cx="10287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6E6E"/>
                </a:solidFill>
                <a:latin typeface="Calibri"/>
              </a:rPr>
              <a:t>Brandtech Group AI for Good Scholarship 2026 — One Young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Nominee Profile — Responsible AI for Community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532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D0E8E8"/>
                </a:solidFill>
                <a:latin typeface="Calibri"/>
              </a:rPr>
              <a:t>From Kampala outreach to Cape Town — AI that serves communities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The journey</a:t>
            </a:r>
          </a:p>
        </p:txBody>
      </p:sp>
      <p:pic>
        <p:nvPicPr>
          <p:cNvPr id="5" name="Picture 4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I grew up seeing neighbours wait until illness became an emergency. At FairBanks Community Reach I work where care actually starts — in streets, schools, and home visits with Community Health Workers — not only inside a clinic building. That experience shaped why I build: technol…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Problem on the ground</a:t>
            </a:r>
          </a:p>
        </p:txBody>
      </p:sp>
      <p:pic>
        <p:nvPicPr>
          <p:cNvPr id="5" name="Picture 4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CHWs see warning signs weeks before emergencies. FCHIP closes that gap.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Responsible AI</a:t>
            </a:r>
          </a:p>
        </p:txBody>
      </p:sp>
      <p:pic>
        <p:nvPicPr>
          <p:cNvPr id="5" name="Picture 4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Human-in-the-loop: CHWs and nurses validate alerts — AI supports, neve…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Offline-first design for low-bandwidth communities; no dependency on c…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Consent and anonymisation aligned with Uganda Data Protection principl…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Local-language symptom capture where it improves trust and 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Community cascade</a:t>
            </a:r>
          </a:p>
        </p:txBody>
      </p:sp>
      <p:pic>
        <p:nvPicPr>
          <p:cNvPr id="5" name="Picture 4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AI sits between CHW capture and clinic action — not above communities.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Proof</a:t>
            </a:r>
          </a:p>
        </p:txBody>
      </p:sp>
      <p:pic>
        <p:nvPicPr>
          <p:cNvPr id="5" name="Picture 4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Live outreach in Bukoto, Kyebando, Kisaasi, Kamwokya, Kikaaya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Maternal, child, Gericare, and NCD screening programmes generating real field data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Functioning medical centre anchoring referrals and quality assurance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CHW/VHT relationships built on trust — essential for ethical AI adoption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Cape Town</a:t>
            </a:r>
          </a:p>
        </p:txBody>
      </p:sp>
      <p:pic>
        <p:nvPicPr>
          <p:cNvPr id="5" name="Picture 4" descr="outreach_hands_raised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Share a practitioner story: how AI can strengthen — not bypass — community health workers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Privacy: Household consent; minimum necessary data; secure storage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Equity: Design for users with low digital literacy and basic phones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Communities first.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AI second.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Impact always.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