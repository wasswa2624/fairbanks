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Brandtech Group AI for Good Scholarship 2026 (One Young World)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AI for Community Health — Cape Town Summit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8348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Fully funded seat for a young African leader using AI for health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Award one of five AI for Good scholarships to a FairBanks young leader.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Mutual value for FairBanks and 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we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Fully funded summit access for a young AI-for-health leader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Global network across One Young World delegates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Platform to share FCHIP's responsible AI story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Inspiration and partnerships for product and policy pathways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they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 scholar with proven community health AI intent, not abstract interest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Healthcare priority area represented with African field credibility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Nationality and residency eligibility met (Uganda)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Alumni who will keep building after the summit lights fade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Health systems react too late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69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23444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Care often starts only after people fall sick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health data sits in paper registers and silos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High-risk pregnancies and NCDs are found too late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Medicine stock-outs hit hard during disease surges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Health shocks push poor families deeper into hardship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 — community health intelligence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06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2344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and VHTs capture structured data at household level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FCHIP applies AI, ML, and GIS to predict risk early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Alerts reach clinics, districts, and partners in time to 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Built on a live medical centre and community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PROGRAMME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Why this call matches FCHIP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Ages 18–30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527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Nominee within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71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African nationality &amp; residency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71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Ugandan national living in Uganda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16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AI for social / health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16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FCHIP predictive community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960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Five scholarships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960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Strong healthcare priority alignment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community health ecosystem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375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clinic, pharmacy, and diagnostics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Trusted CHW and VHT relationships for household visits and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and outreach data ready to feed FCHIP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partnership mindset for ethical, evidence-based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Scholarship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Submit nominee profile with AI-for-health evidence and references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Prepare summit talking points on FCHIP and FairBanks cascade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Engage Brandtech / OYW sessions on responsible 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Publish a public learning note for FairBanks community partners</a:t>
            </a:r>
          </a:p>
        </p:txBody>
      </p:sp>
      <p:pic>
        <p:nvPicPr>
          <p:cNvPr id="7" name="Picture 6" descr="indoor_training_staff_presenting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Intelligence rooted in African community care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65630"/>
            <a:ext cx="5120640" cy="3412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1978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52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27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741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290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33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Learn from community patterns, seasons, and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9504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5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9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8267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816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559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030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7579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322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 and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5793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342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9085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Real-time views for clinics, districts, and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Communities first — intelligence that serves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members identify needs and own solutions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/ VHTs bridge homes to clinics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Community Reach programmes deliver outreach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Medical Centre provides clinical care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Research, partnerships, and skills strengthen the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Livelihoods and empowerment make health gains last</a:t>
            </a:r>
          </a:p>
        </p:txBody>
      </p:sp>
      <p:pic>
        <p:nvPicPr>
          <p:cNvPr id="7" name="Picture 6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Brandtech Group AI for Good Scholarship 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Award one of five AI for Good scholarships to a FairBanks young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2C79B"/>
                </a:solidFill>
                <a:latin typeface="Calibri"/>
              </a:rPr>
              <a:t>Fully funded seat for a young African leader using AI for health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