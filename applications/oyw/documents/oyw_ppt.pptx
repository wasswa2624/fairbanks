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_chw_mobile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347" y="0"/>
            <a:ext cx="10287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840480"/>
            <a:ext cx="12191695" cy="30175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0690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D6E6E"/>
                </a:solidFill>
                <a:latin typeface="Calibri"/>
              </a:rPr>
              <a:t>Brandtech Group AI for Good Scholarship 2026 — One Young World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Nominee Profile — Responsible AI for Community Health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1206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1">
                <a:solidFill>
                  <a:srgbClr val="F2C79B"/>
                </a:solidFill>
                <a:latin typeface="Calibri"/>
              </a:rPr>
              <a:t>FairBanks Community Health Intelligence Platform (FCHIP)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5321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D0E8E8"/>
                </a:solidFill>
                <a:latin typeface="Calibri"/>
              </a:rPr>
              <a:t>From Kampala outreach to Cape Town — AI that serves communities first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9893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64592"/>
            <a:ext cx="73152" cy="64008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0A1F2E"/>
                </a:solidFill>
                <a:latin typeface="Calibri"/>
              </a:rPr>
              <a:t>The journey</a:t>
            </a:r>
          </a:p>
        </p:txBody>
      </p:sp>
      <p:pic>
        <p:nvPicPr>
          <p:cNvPr id="5" name="Picture 4" descr="outreach_facilitator_canopy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58971"/>
            <a:ext cx="5303520" cy="3534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852160" y="1097280"/>
            <a:ext cx="60350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I grew up seeing neighbours wait until illness became an emergency. At FairBanks Community Reach I work where care actually starts — in streets, schools, and home visits with Community Health Workers — not only inside a clinic building. That experience shaped why I build: technol…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01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OYW Cape Town 2026  | 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68735" y="6601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64592"/>
            <a:ext cx="73152" cy="64008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0A1F2E"/>
                </a:solidFill>
                <a:latin typeface="Calibri"/>
              </a:rPr>
              <a:t>Problem on the ground</a:t>
            </a:r>
          </a:p>
        </p:txBody>
      </p:sp>
      <p:pic>
        <p:nvPicPr>
          <p:cNvPr id="5" name="Picture 4" descr="bloom_maternal_health_participant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58340"/>
            <a:ext cx="5303520" cy="3535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852160" y="1097280"/>
            <a:ext cx="60350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CHWs see warning signs weeks before emergencies. FCHIP closes that gap.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01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OYW Cape Town 2026  | 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68735" y="6601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64592"/>
            <a:ext cx="73152" cy="64008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0A1F2E"/>
                </a:solidFill>
                <a:latin typeface="Calibri"/>
              </a:rPr>
              <a:t>Responsible AI</a:t>
            </a:r>
          </a:p>
        </p:txBody>
      </p:sp>
      <p:pic>
        <p:nvPicPr>
          <p:cNvPr id="5" name="Picture 4" descr="deep_tech_collage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58971"/>
            <a:ext cx="5303520" cy="3534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852160" y="1097280"/>
            <a:ext cx="60350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Human-in-the-loop: CHWs and nurses validate alerts — AI supports, neve…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Offline-first design for low-bandwidth communities; no dependency on c…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Consent and anonymisation aligned with Uganda Data Protection principl…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Local-language symptom capture where it improves trust and accuracy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01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OYW Cape Town 2026  | 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68735" y="6601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64592"/>
            <a:ext cx="73152" cy="64008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0A1F2E"/>
                </a:solidFill>
                <a:latin typeface="Calibri"/>
              </a:rPr>
              <a:t>Community cascade</a:t>
            </a:r>
          </a:p>
        </p:txBody>
      </p:sp>
      <p:pic>
        <p:nvPicPr>
          <p:cNvPr id="5" name="Picture 4" descr="data_flow_iso_labeled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58971"/>
            <a:ext cx="5303520" cy="3534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852160" y="1097280"/>
            <a:ext cx="60350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AI sits between CHW capture and clinic action — not above communities.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01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OYW Cape Town 2026  | 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68735" y="6601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64592"/>
            <a:ext cx="73152" cy="64008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0A1F2E"/>
                </a:solidFill>
                <a:latin typeface="Calibri"/>
              </a:rPr>
              <a:t>Proof</a:t>
            </a:r>
          </a:p>
        </p:txBody>
      </p:sp>
      <p:pic>
        <p:nvPicPr>
          <p:cNvPr id="5" name="Picture 4" descr="dashboard_demo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58340"/>
            <a:ext cx="5303520" cy="3535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852160" y="1097280"/>
            <a:ext cx="60350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Live outreach in Bukoto, Kyebando, Kisaasi, Kamwokya, Kikaaya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Maternal, child, Gericare, and NCD screening programmes generating real field data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Functioning medical centre anchoring referrals and quality assurance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CHW/VHT relationships built on trust — essential for ethical AI adoption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01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OYW Cape Town 2026  | 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68735" y="6601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64592"/>
            <a:ext cx="73152" cy="64008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0A1F2E"/>
                </a:solidFill>
                <a:latin typeface="Calibri"/>
              </a:rPr>
              <a:t>Cape Town</a:t>
            </a:r>
          </a:p>
        </p:txBody>
      </p:sp>
      <p:pic>
        <p:nvPicPr>
          <p:cNvPr id="5" name="Picture 4" descr="outreach_hands_raised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58340"/>
            <a:ext cx="5303520" cy="3535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852160" y="1097280"/>
            <a:ext cx="60350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Share a practitioner story: how AI can strengthen — not bypass — community health workers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01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OYW Cape Town 2026  | 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68735" y="6601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64592"/>
            <a:ext cx="73152" cy="64008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0A1F2E"/>
                </a:solidFill>
                <a:latin typeface="Calibri"/>
              </a:rPr>
              <a:t>Ethics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43000"/>
            <a:ext cx="111556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Privacy: Household consent; minimum necessary data; secure storage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Equity: Design for users with low digital literacy and basic phones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OYW Cape Town 2026  |  Your health, our mission.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601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Communities first.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AI second.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Impact always.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6576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1">
                <a:solidFill>
                  <a:srgbClr val="C45C26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01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OYW Cape Town 2026  |  Your health, our mission.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8735" y="6601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