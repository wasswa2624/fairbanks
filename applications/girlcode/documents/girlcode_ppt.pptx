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hero_cinematic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3749040"/>
            <a:ext cx="12191695" cy="310896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0233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4A3A3"/>
                </a:solidFill>
                <a:latin typeface="Calibri"/>
              </a:rPr>
              <a:t>GirlCode Hackathon 2026 — Kampala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434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Challenge Brief &amp; Mentorship Offer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257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0E8E8"/>
                </a:solidFill>
                <a:latin typeface="Calibri"/>
              </a:rPr>
              <a:t>30-hour build sprint · UICT Nakawa · 5–6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8064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Your health, our mission.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45C26"/>
                </a:solidFill>
                <a:latin typeface="Calibri"/>
              </a:rPr>
              <a:t>HACKATHON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A1F2E"/>
                </a:solidFill>
                <a:latin typeface="Calibri"/>
              </a:rPr>
              <a:t>Build on real community health problems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E2F38"/>
                </a:solidFill>
                <a:latin typeface="Calibri"/>
              </a:rPr>
              <a:t>FairBanks = medical centre + outreach + CHWs + FCHIP intelligence
30 hours · women builders · Kampala · UICT Nakawa
We provide problem statements, sample schemas, and mentor hours.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FairBanks FCHIP | GirlCode Kampala 2026 | Your health, our mission.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60175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45C26"/>
                </a:solidFill>
                <a:latin typeface="Calibri"/>
              </a:rPr>
              <a:t>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A1F2E"/>
                </a:solidFill>
                <a:latin typeface="Calibri"/>
              </a:rPr>
              <a:t>FCHIP — what you are extending</a:t>
            </a:r>
          </a:p>
        </p:txBody>
      </p:sp>
      <p:pic>
        <p:nvPicPr>
          <p:cNvPr id="6" name="Picture 5" descr="data_flow_iso_labeled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18104"/>
            <a:ext cx="6583680" cy="43875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223760" y="1097280"/>
            <a:ext cx="4572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3A4A54"/>
                </a:solidFill>
                <a:latin typeface="Calibri"/>
              </a:rPr>
              <a:t>Offline capture → predictions → alerts
Outbreak · maternal · NCD · child health · stock-outs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FairBanks FCHIP | GirlCode Kampala 2026 | Your health, our mission.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60175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45C26"/>
                </a:solidFill>
                <a:latin typeface="Calibri"/>
              </a:rPr>
              <a:t>TRACK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A1F2E"/>
                </a:solidFill>
                <a:latin typeface="Calibri"/>
              </a:rPr>
              <a:t>Maternal risk early warning</a:t>
            </a:r>
          </a:p>
        </p:txBody>
      </p:sp>
      <p:pic>
        <p:nvPicPr>
          <p:cNvPr id="6" name="Picture 5" descr="bloom_maternal_health_participant_01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935480"/>
            <a:ext cx="5029200" cy="3352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097280"/>
            <a:ext cx="5943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2F38"/>
                </a:solidFill>
                <a:latin typeface="Calibri"/>
              </a:rPr>
              <a:t>High-risk pregnancies are often found late. Can your team turn outreach-style signals (missed ANC, BP patterns, anaemia proxies) into timely CHW alerts?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0" y="4389120"/>
            <a:ext cx="5943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C45C26"/>
                </a:solidFill>
                <a:latin typeface="Calibri"/>
              </a:rPr>
              <a:t>Stretch: Explainable scores · offline-first · no stigma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FairBanks FCHIP | GirlCode Kampala 2026 | Your health, our mission.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60175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45C26"/>
                </a:solidFill>
                <a:latin typeface="Calibri"/>
              </a:rPr>
              <a:t>TRACK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A1F2E"/>
                </a:solidFill>
                <a:latin typeface="Calibri"/>
              </a:rPr>
              <a:t>Adolescent SRH companion</a:t>
            </a:r>
          </a:p>
        </p:txBody>
      </p:sp>
      <p:pic>
        <p:nvPicPr>
          <p:cNvPr id="6" name="Picture 5" descr="outreach_mobile_phone_demo_01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935480"/>
            <a:ext cx="5029200" cy="3352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097280"/>
            <a:ext cx="5943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2F38"/>
                </a:solidFill>
                <a:latin typeface="Calibri"/>
              </a:rPr>
              <a:t>Adolescents need private, trusted SRH information and referral paths. Build a lightweight companion that works with school and community outreach — not against parents and CHWs.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0" y="4389120"/>
            <a:ext cx="5943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C45C26"/>
                </a:solidFill>
                <a:latin typeface="Calibri"/>
              </a:rPr>
              <a:t>Stretch: Local languages · consent · safe escalation to FairBanks outreach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FairBanks FCHIP | GirlCode Kampala 2026 | Your health, our mission.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60175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45C26"/>
                </a:solidFill>
                <a:latin typeface="Calibri"/>
              </a:rPr>
              <a:t>TRACK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A1F2E"/>
                </a:solidFill>
                <a:latin typeface="Calibri"/>
              </a:rPr>
              <a:t>Outbreak early signal</a:t>
            </a:r>
          </a:p>
        </p:txBody>
      </p:sp>
      <p:pic>
        <p:nvPicPr>
          <p:cNvPr id="6" name="Picture 5" descr="gis_hotspots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936079"/>
            <a:ext cx="5029200" cy="335160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097280"/>
            <a:ext cx="5943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2F38"/>
                </a:solidFill>
                <a:latin typeface="Calibri"/>
              </a:rPr>
              <a:t>When fever reports rise across neighbouring villages, clinics react too late. Can you cluster community reports and flag a possible surge before the pharmacy runs dry?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0" y="4389120"/>
            <a:ext cx="5943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C45C26"/>
                </a:solidFill>
                <a:latin typeface="Calibri"/>
              </a:rPr>
              <a:t>Stretch: GIS view · simple rules + optional ML · stock-out prevention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FairBanks FCHIP | GirlCode Kampala 2026 | Your health, our mission.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60175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45C26"/>
                </a:solidFill>
                <a:latin typeface="Calibri"/>
              </a:rPr>
              <a:t>MENTORSHIP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A1F2E"/>
                </a:solidFill>
                <a:latin typeface="Calibri"/>
              </a:rPr>
              <a:t>FairBanks office hours during the sprint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43000"/>
            <a:ext cx="11155680" cy="91440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258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2F38"/>
                </a:solidFill>
                <a:latin typeface="Calibri"/>
              </a:rPr>
              <a:t>FairBanks clinicians and outreach leads on realistic workflows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194560"/>
            <a:ext cx="11155680" cy="91440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3774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2F38"/>
                </a:solidFill>
                <a:latin typeface="Calibri"/>
              </a:rPr>
              <a:t>Sample (anonymised) data schemas from CHW capture — not raw patient records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246120"/>
            <a:ext cx="11155680" cy="91440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34290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2F38"/>
                </a:solidFill>
                <a:latin typeface="Calibri"/>
              </a:rPr>
              <a:t>Office hours during the hackathon on UX for low-literacy and offline settings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297680"/>
            <a:ext cx="11155680" cy="91440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44805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2F38"/>
                </a:solidFill>
                <a:latin typeface="Calibri"/>
              </a:rPr>
              <a:t>Path to continue building with FairBanks if your MVP wins locally or regionally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FairBanks FCHIP | GirlCode Kampala 2026 | Your health, our mission.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60175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45C26"/>
                </a:solidFill>
                <a:latin typeface="Calibri"/>
              </a:rPr>
              <a:t>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A1F2E"/>
                </a:solidFill>
                <a:latin typeface="Calibri"/>
              </a:rPr>
              <a:t>Why teams should pick a FairBanks track</a:t>
            </a:r>
          </a:p>
        </p:txBody>
      </p:sp>
      <p:pic>
        <p:nvPicPr>
          <p:cNvPr id="6" name="Picture 5" descr="dashboard_demo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935480"/>
            <a:ext cx="5029200" cy="3352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097280"/>
            <a:ext cx="5943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E2F38"/>
                </a:solidFill>
                <a:latin typeface="Calibri"/>
              </a:rPr>
              <a:t>• Real community health problem statements grounded in Kampala outreach
• Mentorship from an operating medical centre — not a fictional case study
• Portfolio project with social impact narrative for jobs and investors
• Visibility with FairBanks partners in maternal, adolescent, and NCD work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FairBanks FCHIP | GirlCode Kampala 2026 | Your health, our mission.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60175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utreach_facilitator_group_01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4572000"/>
            <a:ext cx="12191695" cy="228600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9377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See you at UICT Nakawa — 5–6 September 2026.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7607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Your health, our mission.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