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rcRect l="33" r="3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749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GirlCode Hackathon 2026 — Kampala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06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FCHIP Hack Challenge: AI for Community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83481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F2C79B"/>
                </a:solidFill>
                <a:latin typeface="Calibri"/>
              </a:rPr>
              <a:t>Women builders prototype tools that help CHWs act before crises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32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Register / host FairBanks women builders at the Kampala GirlCode Hackathon.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Mutual value for FairBanks and the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What we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4864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Visibility among Uganda's women-in-tech community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Prototype ideas for FCHIP mobile and alert features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Recruitment pipeline for women technologists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Local proof that deep tech can be built with and for communities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What they 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39496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A concrete HealthTech / AI challenge grounded in real CHW work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Mentorship access from a live medical centre and outreach team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Strong Kampala story aligned with GirlCode's six-country mission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Path from hackathon demo to community impact, not shelfware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GirlCode Hackathon 2026 — Kampala  |  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Health systems react too late</a:t>
            </a:r>
          </a:p>
        </p:txBody>
      </p:sp>
      <p:pic>
        <p:nvPicPr>
          <p:cNvPr id="6" name="Picture 5" descr="reactive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0469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234440"/>
            <a:ext cx="56692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Care often starts only after people fall sick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Community health data sits in paper registers and silos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High-risk pregnancies and NCDs are found too late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Medicine stock-outs hit hard during disease surges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Health shocks push poor families deeper into hardship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GirlCode Hackathon 2026 — Kampala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FCHIP — community health intelligence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906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234440"/>
            <a:ext cx="47548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CHWs and VHTs capture structured data at household level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FCHIP applies AI, ML, and GIS to predict risk early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Alerts reach clinics, districts, and partners in time to act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Built on a live medical centre and community programmes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GirlCode Hackathon 2026 — Kampala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PROGRAMME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Why this call matches FCHIP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5272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Women innovators in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25272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Team and challenge designed for women builders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0317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6717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Kampala event 5–6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56717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Local presence at UICT Nakawa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1762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88162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Africa-wide GirlCode mission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88162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Uganda chapter contributes a HealthTech flagship challenge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13207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19607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Talent &amp; visibility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519607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FairBanks offers mentorship and follow-up pathways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GirlCode Hackathon 2026 — Kampala  |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WHY FAIRBANKS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 live community health ecosystem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4375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234440"/>
            <a:ext cx="54864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Functioning FairBanks Medical Centre with clinic, pharmacy, and diagnostics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Active Community Reach outreach in Bukoto, Kyebando, Kisaasi, Kamwokya, Kikaaya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Trusted CHW and VHT relationships for household visits and referrals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Live programmes: maternal &amp; child health, Gericare, chronic-disease screening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Digital health records and outreach data ready to feed FCHIP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Research and partnership mindset for ethical, evidence-based scale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GirlCode Hackathon 2026 — Kampala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Kampala hackathon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76072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Register Kampala team before the event weekend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Publish a one-page FCHIP challenge brief for participants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Provide on-site / virtual mentorship from FairBanks clinical and product leads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Shortlist prototypes for post-hack follow-up and possible internship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35160"/>
            <a:ext cx="5212080" cy="34734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GirlCode Hackathon 2026 — Kampala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DEEP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Intelligence rooted in African community care</a:t>
            </a:r>
          </a:p>
        </p:txBody>
      </p:sp>
      <p:pic>
        <p:nvPicPr>
          <p:cNvPr id="6" name="Picture 5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65630"/>
            <a:ext cx="5120640" cy="34125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852160" y="11978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2527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Artificial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5270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Outbreak early warning; maternal and NCD risk scoring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20741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21290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4033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Learn from community patterns, seasons, and outreach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9504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3005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GIS Mapping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2796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Disease distribution, hotspots, and resource gaps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38267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38816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Mobile Data 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1559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Offline-capable CHW/VHT capture at household 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47030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47579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Cloud Computing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0322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Secure sync across facilities and partners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55793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56342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Analytics Dashboards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9085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Real-time views for clinics, districts, and NGOs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GirlCode Hackathon 2026 — Kampala  |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OUR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Communities first — intelligence that serves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76072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Community members identify needs and own solutions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CHWs / VHTs bridge homes to clinics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FairBanks Community Reach programmes deliver outreach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FairBanks Medical Centre provides clinical care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Research, partnerships, and skills strengthen the system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Livelihoods and empowerment make health gains last</a:t>
            </a:r>
          </a:p>
        </p:txBody>
      </p:sp>
      <p:pic>
        <p:nvPicPr>
          <p:cNvPr id="7" name="Picture 6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35160"/>
            <a:ext cx="5212080" cy="34734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GirlCode Hackathon 2026 — Kampala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rcRect t="7796" b="779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931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Register / host FairBanks women builders at the Kampala GirlCode Hackathon.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94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F2C79B"/>
                </a:solidFill>
                <a:latin typeface="Calibri"/>
              </a:rPr>
              <a:t>Women builders prototype tools that help CHWs act before crises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943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