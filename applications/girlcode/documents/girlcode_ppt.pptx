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749040"/>
            <a:ext cx="12191695" cy="310896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023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A3A3"/>
                </a:solidFill>
                <a:latin typeface="Calibri"/>
              </a:rPr>
              <a:t>GirlCode Hackathon 2026 — Kampala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434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Challenge Brief &amp; Mentorship Offer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1">
                <a:solidFill>
                  <a:srgbClr val="F2C79B"/>
                </a:solidFill>
                <a:latin typeface="Calibri"/>
              </a:rPr>
              <a:t>FairBanks Community Health Intelligence Platform (FCHIP)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3035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0E8E8"/>
                </a:solidFill>
                <a:latin typeface="Calibri"/>
              </a:rPr>
              <a:t>30-hour build sprint · UICT Nakawa · 5–6 September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8064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HACKATHON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Build on real community health problems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FairBanks = medical centre + outreach + CHWs + FCHIP intelligence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30 hours · women builders · Kampala · UICT Nakawa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We provide problem statements, sample schemas, and mentor hours.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GirlCode Kampala 2026 |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FCHIP — what you are extending</a:t>
            </a:r>
          </a:p>
        </p:txBody>
      </p:sp>
      <p:pic>
        <p:nvPicPr>
          <p:cNvPr id="6" name="Picture 5" descr="data_flow_iso_labeled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8104"/>
            <a:ext cx="6583680" cy="43875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109728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Offline capture → predictions → alerts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Outbreak · maternal · NCD · child health · stock-outs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GirlCode Kampala 2026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TRACK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Maternal risk early warning</a:t>
            </a:r>
          </a:p>
        </p:txBody>
      </p:sp>
      <p:pic>
        <p:nvPicPr>
          <p:cNvPr id="6" name="Picture 5" descr="bloom_maternal_health_participant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35480"/>
            <a:ext cx="5029200" cy="3352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097280"/>
            <a:ext cx="5943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1E2F38"/>
                </a:solidFill>
                <a:latin typeface="Calibri"/>
              </a:rPr>
              <a:t>High-risk pregnancies are often found late. Can your team turn outreach-style signals (missed ANC, BP patterns, anaemia proxies) into timely CHW alerts?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4389120"/>
            <a:ext cx="5943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C45C26"/>
                </a:solidFill>
                <a:latin typeface="Calibri"/>
              </a:rPr>
              <a:t>Stretch: Explainable scores · offline-first · no stigma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GirlCode Kampala 2026 | Your health, our mission.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TRACK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Adolescent SRH companion</a:t>
            </a:r>
          </a:p>
        </p:txBody>
      </p:sp>
      <p:pic>
        <p:nvPicPr>
          <p:cNvPr id="6" name="Picture 5" descr="outreach_mobile_phone_demo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35480"/>
            <a:ext cx="5029200" cy="3352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097280"/>
            <a:ext cx="5943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1E2F38"/>
                </a:solidFill>
                <a:latin typeface="Calibri"/>
              </a:rPr>
              <a:t>Adolescents need private, trusted SRH information and referral paths. Build a lightweight companion that works with school and community outreach — not against parents and CHWs.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4389120"/>
            <a:ext cx="5943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C45C26"/>
                </a:solidFill>
                <a:latin typeface="Calibri"/>
              </a:rPr>
              <a:t>Stretch: Local languages · consent · safe escalation to FairBanks outreach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GirlCode Kampala 2026 | Your health, our mission.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TRACK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Outbreak early signal</a:t>
            </a:r>
          </a:p>
        </p:txBody>
      </p:sp>
      <p:pic>
        <p:nvPicPr>
          <p:cNvPr id="6" name="Picture 5" descr="gis_hotspots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36079"/>
            <a:ext cx="5029200" cy="335160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097280"/>
            <a:ext cx="5943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1E2F38"/>
                </a:solidFill>
                <a:latin typeface="Calibri"/>
              </a:rPr>
              <a:t>When fever reports rise across neighbouring villages, clinics react too late. Can you cluster community reports and flag a possible surge before the pharmacy runs dry?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4389120"/>
            <a:ext cx="5943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C45C26"/>
                </a:solidFill>
                <a:latin typeface="Calibri"/>
              </a:rPr>
              <a:t>Stretch: GIS view · simple rules + optional ML · stock-out prevention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GirlCode Kampala 2026 | Your health, our mission.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MENTORSHIP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FairBanks office hours during the sprint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1E2F38"/>
                </a:solidFill>
                <a:latin typeface="Calibri"/>
              </a:rPr>
              <a:t>FairBanks clinicians and outreach leads on realistic workflows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9456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77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1E2F38"/>
                </a:solidFill>
                <a:latin typeface="Calibri"/>
              </a:rPr>
              <a:t>Sample (anonymised) data schemas from CHW capture — not raw patient records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24612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290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1E2F38"/>
                </a:solidFill>
                <a:latin typeface="Calibri"/>
              </a:rPr>
              <a:t>Office hours during the hackathon on UX for low-literacy and offline settings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29768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1E2F38"/>
                </a:solidFill>
                <a:latin typeface="Calibri"/>
              </a:rPr>
              <a:t>Path to continue building with FairBanks if your MVP wins locally or regionally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GirlCode Kampala 2026 | Your health, our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Why teams should pick a FairBanks track</a:t>
            </a:r>
          </a:p>
        </p:txBody>
      </p:sp>
      <p:pic>
        <p:nvPicPr>
          <p:cNvPr id="6" name="Picture 5" descr="dashboard_demo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35480"/>
            <a:ext cx="5029200" cy="3352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09728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Real community health problem statements grounded in Kampala outreach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Mentorship from an operating medical centre — not a fictional case study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Portfolio project with social impact narrative for jobs and investors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Visibility with FairBanks partners in maternal, adolescent, and NCD 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GirlCode Kampala 2026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utreach_facilitator_group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9377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See you at UICT Nakawa — 5–6 September 2026.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