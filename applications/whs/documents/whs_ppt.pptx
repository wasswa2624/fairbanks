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cinematic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3"/>
            <a:ext cx="12191695" cy="68534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6E6E"/>
                </a:solidFill>
                <a:latin typeface="Calibri"/>
              </a:rPr>
              <a:t>World Health Summit 2026 — Youth Group Opportunity (Berlin)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09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FairBanks Youth Delegation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212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1">
                <a:solidFill>
                  <a:srgbClr val="F2C79B"/>
                </a:solidFill>
                <a:latin typeface="Calibri"/>
              </a:rPr>
              <a:t>FairBanks Community Health Intelligence Platform (FCHIP)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D0E8E8"/>
                </a:solidFill>
                <a:latin typeface="Calibri"/>
              </a:rPr>
              <a:t>Learning global prevention practice to strengthen community health at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80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A1F2E"/>
                </a:solidFill>
                <a:latin typeface="Calibri"/>
              </a:rPr>
              <a:t>Youth-led health in Uganda</a:t>
            </a:r>
          </a:p>
        </p:txBody>
      </p:sp>
      <p:pic>
        <p:nvPicPr>
          <p:cNvPr id="5" name="Picture 4" descr="outreach_audience_full_group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51330"/>
            <a:ext cx="5120640" cy="3412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00584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 i="0">
                <a:solidFill>
                  <a:srgbClr val="1E2F38"/>
                </a:solidFill>
                <a:latin typeface="Calibri"/>
              </a:rPr>
              <a:t>FairBanks Community Reach is a youth-led community health initiative rooted in Kampala, Uganda. We work alongside Community Health Workers and Village Health Teams in neighbourhoods including Bukoto, Kyebando, Kisaasi, Kamwokya, and Kikaaya — running outreach, screening, maternal support, and health education where clinics alone cannot reach.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Youth Delegation  |  WHS 2026 Berlin  |  Your health, our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A1F2E"/>
                </a:solidFill>
                <a:latin typeface="Calibri"/>
              </a:rPr>
              <a:t>Why Berlin</a:t>
            </a:r>
          </a:p>
        </p:txBody>
      </p:sp>
      <p:pic>
        <p:nvPicPr>
          <p:cNvPr id="5" name="Picture 4" descr="bloom_maternal_health_participant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50720"/>
            <a:ext cx="5120640" cy="3413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00584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 i="0">
                <a:solidFill>
                  <a:srgbClr val="1E2F38"/>
                </a:solidFill>
                <a:latin typeface="Calibri"/>
              </a:rPr>
              <a:t>Learn how leading health systems, researchers, and youth networks approach prevention, digital health governance, and pandemic preparedness — then translate lessons for our CHWs.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Youth Delegation  |  WHS 2026 Berlin  |  Your health, our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A1F2E"/>
                </a:solidFill>
                <a:latin typeface="Calibri"/>
              </a:rPr>
              <a:t>Learning agenda</a:t>
            </a:r>
          </a:p>
        </p:txBody>
      </p:sp>
      <p:pic>
        <p:nvPicPr>
          <p:cNvPr id="5" name="Picture 4" descr="indoor_training_audience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50720"/>
            <a:ext cx="5120640" cy="3413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00584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2600" b="0" i="0">
                <a:solidFill>
                  <a:srgbClr val="1E2F38"/>
                </a:solidFill>
                <a:latin typeface="Calibri"/>
              </a:rPr>
              <a:t>• Prevention &amp; primary care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2600" b="0" i="0">
                <a:solidFill>
                  <a:srgbClr val="1E2F38"/>
                </a:solidFill>
                <a:latin typeface="Calibri"/>
              </a:rPr>
              <a:t>• Digital health &amp; ethics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2600" b="0" i="0">
                <a:solidFill>
                  <a:srgbClr val="1E2F38"/>
                </a:solidFill>
                <a:latin typeface="Calibri"/>
              </a:rPr>
              <a:t>• Youth leadership in health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 i="0">
                <a:solidFill>
                  <a:srgbClr val="1E2F38"/>
                </a:solidFill>
                <a:latin typeface="Calibri"/>
              </a:rPr>
              <a:t>• Maternal &amp; child health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Youth Delegation  |  WHS 2026 Berlin  |  Your health, our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A1F2E"/>
                </a:solidFill>
                <a:latin typeface="Calibri"/>
              </a:rPr>
              <a:t>We bring lived practice</a:t>
            </a:r>
          </a:p>
        </p:txBody>
      </p:sp>
      <p:pic>
        <p:nvPicPr>
          <p:cNvPr id="5" name="Picture 4" descr="outreach_mobile_phone_demo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50720"/>
            <a:ext cx="5120640" cy="3413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00584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 i="0">
                <a:solidFill>
                  <a:srgbClr val="1E2F38"/>
                </a:solidFill>
                <a:latin typeface="Calibri"/>
              </a:rPr>
              <a:t>Stories from real outreach — what works and what fails in last-mile Uganda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Youth Delegation  |  WHS 2026 Berlin  |  Your health, our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A1F2E"/>
                </a:solidFill>
                <a:latin typeface="Calibri"/>
              </a:rPr>
              <a:t>After the summit</a:t>
            </a:r>
          </a:p>
        </p:txBody>
      </p:sp>
      <p:pic>
        <p:nvPicPr>
          <p:cNvPr id="5" name="Picture 4" descr="outreach_community_speaker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50720"/>
            <a:ext cx="5120640" cy="3413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00584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2600" b="0" i="0">
                <a:solidFill>
                  <a:srgbClr val="1E2F38"/>
                </a:solidFill>
                <a:latin typeface="Calibri"/>
              </a:rPr>
              <a:t>Within 30 days of return: host a community briefing for CHWs, VHTs, and FairBanks staff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 i="0">
                <a:solidFill>
                  <a:srgbClr val="1E2F38"/>
                </a:solidFill>
                <a:latin typeface="Calibri"/>
              </a:rPr>
              <a:t>Integrate at least three summit insights into FairBanks outreach plans for Q4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Youth Delegation  |  WHS 2026 Berlin  |  Your health, our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A1F2E"/>
                </a:solidFill>
                <a:latin typeface="Calibri"/>
              </a:rPr>
              <a:t>Travel note</a:t>
            </a:r>
          </a:p>
        </p:txBody>
      </p:sp>
      <p:pic>
        <p:nvPicPr>
          <p:cNvPr id="5" name="Picture 4" descr="outreach_cofacilitators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50720"/>
            <a:ext cx="5120640" cy="3413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00584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 i="0">
                <a:solidFill>
                  <a:srgbClr val="1E2F38"/>
                </a:solidFill>
                <a:latin typeface="Calibri"/>
              </a:rPr>
              <a:t>We understand that complimentary WHS tickets cover summit registration only. FairBanks will self-fund travel, visa, and accommodation for nominated delegates aged 28 or under, as required by the programme. This commitment is documented here — not on the cover page.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Youth Delegation  |  WHS 2026 Berlin  |  Your health, our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