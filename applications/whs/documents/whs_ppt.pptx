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33" r="3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World Health Summit 2026 Youth Group Opportunity (Berlin)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06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FairBanks Youth Delegation to WHS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83481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Complimentary group tickets for youth-led community health voices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Award complimentary group tickets (3–15) for FairBanks youth delegates.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Mutual value for FairBanks and the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we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Access to three days of global health agenda-setting in Berlin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Networking with ministries, NGOs, and innovators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Visibility for FCHIP and FairBanks Community Reach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Learning that feeds Uganda programme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they 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Youth delegates from an underrepresented region with real field 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Concrete community health intelligence narrative for summit sessions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Organisation that will share learnings back home, not only attend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Diverse group size (3–15) ready to engage seriously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Health systems react too late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0469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234440"/>
            <a:ext cx="56692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Care often starts only after people fall sick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health data sits in paper registers and silos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High-risk pregnancies and NCDs are found too late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Medicine stock-outs hit hard during disease surges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Health shocks push poor families deeper into hardship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 — community health intelligence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90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234440"/>
            <a:ext cx="47548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and VHTs capture structured data at household level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FCHIP applies AI, ML, and GIS to predict risk early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Alerts reach clinics, districts, and partners in time to act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Built on a live medical centre and community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PROGRAMME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Why this call matches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527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Youth-led health / impact 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527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FairBanks youth cohort within community health ecosystem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71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Nominees aged 28 or 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671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Delegation will meet age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16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Group tickets 3–15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816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We request a mid-size learning group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60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Self-funded travel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1960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Understood and planned separately from ticket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community health ecosystem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375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234440"/>
            <a:ext cx="5486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clinic, pharmacy, and diagnostics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Trusted CHW and VHT relationships for household visits and referrals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and outreach data ready to feed FCHIP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partnership mindset for ethical, evidence-based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Delegation and learning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Select diverse youth nominees (clinical, community, digital) under 28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Prepare a one-page FairBanks brief for networking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Attend all three summit days with a session tracking plan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Host a post-summit community briefing within 30 days of return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Intelligence rooted in African community care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65630"/>
            <a:ext cx="5120640" cy="34125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852160" y="11978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527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270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20741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290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033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Learn from community patterns, seasons, and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9504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005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796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8267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8816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1559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030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757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0322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 and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5793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6342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9085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Real-time views for clinics, districts, and NGOs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Communities first — intelligence that serves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members identify needs and own solutions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/ VHTs bridge homes to clinics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Community Reach programmes deliver outreach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Medical Centre provides clinical care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Research, partnerships, and skills strengthen the system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Livelihoods and empowerment make health gains last</a:t>
            </a:r>
          </a:p>
        </p:txBody>
      </p:sp>
      <p:pic>
        <p:nvPicPr>
          <p:cNvPr id="7" name="Picture 6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World Health Summit 2026 Youth Group Opp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796" b="779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931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Award complimentary group tickets (3–15) for FairBanks youth delegates.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Complimentary group tickets for youth-led community health voices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