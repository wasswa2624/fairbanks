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63"/>
            <a:ext cx="12191695" cy="685347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343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6E6E"/>
                </a:solidFill>
                <a:latin typeface="Calibri"/>
              </a:rPr>
              <a:t>World Health Summit 2026 — Youth Group Opportunity (Berlin)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FairBanks Youth Delegation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32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2C79B"/>
                </a:solidFill>
                <a:latin typeface="Calibri"/>
              </a:rPr>
              <a:t>Learning global prevention practice to strengthen community health at home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080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Youth-led health in Uganda</a:t>
            </a:r>
          </a:p>
        </p:txBody>
      </p:sp>
      <p:pic>
        <p:nvPicPr>
          <p:cNvPr id="5" name="Picture 4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1330"/>
            <a:ext cx="5120640" cy="3412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FairBanks Community Reach is a youth-led community health initiative rooted in Kampala, Uganda. We work alongside Community Health Workers and Village Health Teams in neighbourhoods including Bukoto, Kyebando, Kisaasi, Kamwokya, and Kikaaya — running outreach, screening, maternal support, and health education where clinics alone cannot reach.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Why Berlin</a:t>
            </a:r>
          </a:p>
        </p:txBody>
      </p:sp>
      <p:pic>
        <p:nvPicPr>
          <p:cNvPr id="5" name="Picture 4" descr="bloom_maternal_health_participant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0720"/>
            <a:ext cx="5120640" cy="3413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Learn how leading health systems, researchers, and youth networks approach prevention, digital health governance, and pandemic preparedness — then translate lessons for our CHWs.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Learning agenda</a:t>
            </a:r>
          </a:p>
        </p:txBody>
      </p:sp>
      <p:pic>
        <p:nvPicPr>
          <p:cNvPr id="5" name="Picture 4" descr="indoor_training_audience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0720"/>
            <a:ext cx="5120640" cy="3413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Prevention &amp; primary care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Digital health &amp; ethics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Youth leadership in health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Maternal &amp; child health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We bring lived practice</a:t>
            </a:r>
          </a:p>
        </p:txBody>
      </p:sp>
      <p:pic>
        <p:nvPicPr>
          <p:cNvPr id="5" name="Picture 4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0720"/>
            <a:ext cx="5120640" cy="3413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Stories from real outreach — what works and what fails in last-mile Uganda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After the summit</a:t>
            </a:r>
          </a:p>
        </p:txBody>
      </p:sp>
      <p:pic>
        <p:nvPicPr>
          <p:cNvPr id="5" name="Picture 4" descr="outreach_community_speaker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0720"/>
            <a:ext cx="5120640" cy="3413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Within 30 days of return: host a community briefing for CHWs, VHTs, and FairBanks staff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Integrate at least three summit insights into FairBanks outreach plans for Q4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Travel note</a:t>
            </a:r>
          </a:p>
        </p:txBody>
      </p:sp>
      <p:pic>
        <p:nvPicPr>
          <p:cNvPr id="5" name="Picture 4" descr="outreach_cofacilitators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0720"/>
            <a:ext cx="5120640" cy="3413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We understand that complimentary WHS tickets cover summit registration only. FairBanks will self-fund travel, visa, and accommodation for nominated delegates aged 28 or under, as required by the programme. This commitment is documented here — not on the cover page.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