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The Gadfly Project — Custom Web Application Grant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FCHIP Pilot Build — Community Health Data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In-kind engineering scope for CHW capture, sync, and dashboards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In-kind engineering, not a cash grant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Gadfly builds the pilot product.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runs it in live CHW outreach.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Both sides get a measurable community-health case study.</a:t>
            </a:r>
          </a:p>
        </p:txBody>
      </p:sp>
      <p:pic>
        <p:nvPicPr>
          <p:cNvPr id="7" name="Picture 6" descr="mobile_captur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3080"/>
            <a:ext cx="548640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PRODUCT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Three modules that complete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6E6E"/>
                </a:solidFill>
                <a:latin typeface="Calibri"/>
              </a:rPr>
              <a:t>CHW Field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3A4A54"/>
                </a:solidFill>
                <a:latin typeface="Calibri"/>
              </a:rPr>
              <a:t>Offline-first mobile web forms for household visits: vitals, maternal flags, immunisation, NCD screening, referrals. Works on low-end Android phones; queues submissions when connectivity drops.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6E6E"/>
                </a:solidFill>
                <a:latin typeface="Calibri"/>
              </a:rPr>
              <a:t>Sync &amp; Data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Secure API, role-based access, conflict handling, and audit trail from device to cloud. Structured records ready for analytics and export.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6E6E"/>
                </a:solidFill>
                <a:latin typeface="Calibri"/>
              </a:rPr>
              <a:t>Operations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Live view of submissions by area and programme; alert queue for high-risk cases; basic GIS map of activity hotspots; export for reporting.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USERS 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Real people, real weekly workflows</a:t>
            </a:r>
          </a:p>
        </p:txBody>
      </p:sp>
      <p:pic>
        <p:nvPicPr>
          <p:cNvPr id="6" name="Picture 5" descr="staff_outreach_conversation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976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34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40+ Community Health Workers and VHTs in Bukoto, Kyebando, Kisaasi, Kamwokya, Kikaaya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77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FairBanks clinic nurses and outreach coordinators who triage referrals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520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Programme managers tracking maternal, child, geriatric (Gericare), and NCD outreach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663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1E2F38"/>
                </a:solidFill>
                <a:latin typeface="Calibri"/>
              </a:rPr>
              <a:t>•  Future district and NGO partners who need interoperable community data feeds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Pragmatic, maintainable, FairBanks-owned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247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188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53619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Responsive mobile web (PWA-style) for CHW 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148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4963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Local queue + retry sync when network returns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108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REST API, PostgreSQL, role-based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069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41655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Web admin for alerts, maps, and CSV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029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Hosting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537667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Documented deploy; FairBanks-operated cloud account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Discovery → build → hardening → handover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Discovery &amp; 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527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Weeks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25272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Field shadowing with CHWs; form design; acceptance criteria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Core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87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Weeks 4–10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Capture app, API, sync, dashboard MVP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216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Pilot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7216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Weeks 11–14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2160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Bug fixes, performance, training 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560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9560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45C26"/>
                </a:solidFill>
                <a:latin typeface="Calibri"/>
              </a:rPr>
              <a:t>Week 15+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95604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Source repo, docs, admin guide, knowledge transfer sessions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FairBanks owns the code and the operations</a:t>
            </a:r>
          </a:p>
        </p:txBody>
      </p:sp>
      <p:pic>
        <p:nvPicPr>
          <p:cNvPr id="6" name="Picture 5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1799"/>
            <a:ext cx="5029200" cy="335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188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Full source code in FairBanks-owned repository with clear README and environment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331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Architecture diagram and API documentation for future developers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474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Admin and CHW user guides (simple language, screenshots)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617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 Two live knowledge-transfer sessions with FairBanks technical 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Engineering impact both sides can measure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577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45C26"/>
                </a:solidFill>
                <a:latin typeface="Calibri"/>
              </a:rPr>
              <a:t>For FairBanks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A production-ready pilot: CHW capture app, sync pipeline, and operations dashboard — validated in live outreach, not a slide deck.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577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45C26"/>
                </a:solidFill>
                <a:latin typeface="Calibri"/>
              </a:rPr>
              <a:t>For Gadfly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1E2F38"/>
                </a:solidFill>
                <a:latin typeface="Calibri"/>
              </a:rPr>
              <a:t>A mission-aligned build with real users (CHWs, clinic staff, programme managers), measurable community impact, and a portfolio case in African primary care.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1">
                <a:solidFill>
                  <a:srgbClr val="0D6E6E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