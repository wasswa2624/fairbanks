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749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Gadfly Project Custom Web Application Grant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06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Build FCHIP Community Capture &amp; Partner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83481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2C79B"/>
                </a:solidFill>
                <a:latin typeface="Calibri"/>
              </a:rPr>
              <a:t>In-kind software development that expands community health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0E8E8"/>
                </a:solidFill>
                <a:latin typeface="Calibri"/>
              </a:rPr>
              <a:t>Award in-kind engineering (valued toward US$5,000–100,000) to build FCHIP web and data tools.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Mutual value for FairBanks and 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we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Professional engineering capacity we cannot yet fund at full strength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Faster delivery of CHW capture and partner dashboard MVP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Cleaner architecture for later AI and GIS modules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Reduced risk of brittle custom code built under field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they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Measurable users: CHWs, clinicians, and outreach teams already active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Clear community impact story — prevention, referrals, stock awareness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 social enterprise that will actually deploy and maintain the product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Portfolio proof that in-kind software can change primary care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Health systems react too late</a:t>
            </a:r>
          </a:p>
        </p:txBody>
      </p:sp>
      <p:pic>
        <p:nvPicPr>
          <p:cNvPr id="6" name="Picture 5" descr="reactive_clin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469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23444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Care often starts only after people fall sick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health data sits in paper registers and silos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High-risk pregnancies and NCDs are found too late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Medicine stock-outs hit hard during disease surges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Health shocks push poor families deeper into hardship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FCHIP — community health intelligence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9062"/>
            <a:ext cx="6400800" cy="426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234440"/>
            <a:ext cx="4754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and VHTs capture structured data at household level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FCHIP applies AI, ML, and GIS to predict risk early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Alerts reach clinics, districts, and partners in time to act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Built on a live medical centre and community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PROGRAMME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Why this call matches FCHIP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Mission-driven 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527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Community health social enterprise serving underserved areas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031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71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Custom web / databases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71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Capture + sync + dashboards are core Gadfly territory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76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16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Users served over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816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Priority is CHW usability and community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320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960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Worldwide eligibility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960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Ugandan organisation qualifies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FAIRBANKS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live community health ecosystem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43753"/>
            <a:ext cx="5486400" cy="365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34440"/>
            <a:ext cx="5486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Functioning FairBanks Medical Centre with clinic, pharmacy, and diagnostics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Active Community Reach outreach in Bukoto, Kyebando, Kisaasi, Kamwokya, Kikaaya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Trusted CHW and VHT relationships for household visits and referrals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 programmes: maternal &amp; child health, Gericare, chronic-disease screening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Digital health records and outreach data ready to feed FCHIP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 and partnership mindset for ethical, evidence-based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Discovery → build →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Discovery (weeks 1–3): Workflow mapping with CHWs and clinicians; prioritise MVP screens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Build (weeks 4–14): Capture, sync, auth, dashboards; iterative field tests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Handover (weeks 15–18): Docs, training, hosting handover, maintenance plan</a:t>
            </a:r>
          </a:p>
        </p:txBody>
      </p:sp>
      <p:pic>
        <p:nvPicPr>
          <p:cNvPr id="7" name="Picture 6" descr="indoor_training_staff_presenting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DEEP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Intelligence rooted in African community care</a:t>
            </a:r>
          </a:p>
        </p:txBody>
      </p:sp>
      <p:pic>
        <p:nvPicPr>
          <p:cNvPr id="6" name="Picture 5" descr="deep_tech_collage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65630"/>
            <a:ext cx="5120640" cy="34125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1978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527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27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Outbreak early warning; maternal and NCD 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741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290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33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Learn from community patterns, seasons, and outreach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9504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005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96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Disease distribution, hotspots, and resource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8267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8816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559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Offline-capable CHW/VHT capture at household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030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7579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322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Secure sync across facilities and partners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5793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342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Analytics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9085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Real-time views for clinics, districts, and NGOs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OUR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Communities first — intelligence that serves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members identify needs and own solutions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/ VHTs bridge homes to clinics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Community Reach programmes deliver outreach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Medical Centre provides clinical care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Research, partnerships, and skills strengthen the system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Livelihoods and empowerment make health gains last</a:t>
            </a:r>
          </a:p>
        </p:txBody>
      </p:sp>
      <p:pic>
        <p:nvPicPr>
          <p:cNvPr id="7" name="Picture 6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The Gadfly Project Custom Web Applicatio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Award in-kind engineering (valued toward US$5,000–100,000) to build FCHIP web and data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2C79B"/>
                </a:solidFill>
                <a:latin typeface="Calibri"/>
              </a:rPr>
              <a:t>In-kind software development that expands community health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