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hero_chw_mobil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347" y="0"/>
            <a:ext cx="10287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931920"/>
            <a:ext cx="12191695" cy="292608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D6E6E"/>
                </a:solidFill>
                <a:latin typeface="Calibri"/>
              </a:rPr>
              <a:t>The Gadfly Project — Custom Web Application Grant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6634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FCHIP Pilot Build — Community Health Data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2C79B"/>
                </a:solidFill>
                <a:latin typeface="Calibri"/>
              </a:rPr>
              <a:t>In-kind engineering scope for CHW capture, sync, and dashboards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893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In-kind engineering, not a cash grant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E2F38"/>
                </a:solidFill>
                <a:latin typeface="Calibri"/>
              </a:rPr>
              <a:t>Gadfly builds the pilot product.</a:t>
            </a:r>
          </a:p>
          <a:p>
            <a:pPr algn="l"/>
            <a:r>
              <a:rPr sz="2000" b="0" i="0">
                <a:solidFill>
                  <a:srgbClr val="1E2F38"/>
                </a:solidFill>
                <a:latin typeface="Calibri"/>
              </a:rPr>
              <a:t>FairBanks runs it in live CHW outreach.</a:t>
            </a:r>
          </a:p>
          <a:p>
            <a:pPr algn="l"/>
            <a:r>
              <a:rPr sz="2000" b="0" i="0">
                <a:solidFill>
                  <a:srgbClr val="1E2F38"/>
                </a:solidFill>
                <a:latin typeface="Calibri"/>
              </a:rPr>
              <a:t>Both sides get a measurable community-health case study.</a:t>
            </a:r>
          </a:p>
        </p:txBody>
      </p:sp>
      <p:pic>
        <p:nvPicPr>
          <p:cNvPr id="7" name="Picture 6" descr="mobile_captur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783080"/>
            <a:ext cx="5486400" cy="36576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PRODUCT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Three modules that complete the 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6E6E"/>
                </a:solidFill>
                <a:latin typeface="Calibri"/>
              </a:rPr>
              <a:t>CHW Field Capture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Offline-first mobile web forms for household visits: vitals, maternal flags, immunisation, NCD screening, referrals. Works on low-end Android phones; queues submissions when connectivity drops.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6E6E"/>
                </a:solidFill>
                <a:latin typeface="Calibri"/>
              </a:rPr>
              <a:t>Sync &amp; Data Layer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Secure API, role-based access, conflict handling, and audit trail from device to cloud. Structured records ready for analytics and export.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1188720"/>
            <a:ext cx="3749039" cy="48463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1188720"/>
            <a:ext cx="3749039" cy="10972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4173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D6E6E"/>
                </a:solidFill>
                <a:latin typeface="Calibri"/>
              </a:rPr>
              <a:t>Operations Dashboard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011680"/>
            <a:ext cx="33832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3A4A54"/>
                </a:solidFill>
                <a:latin typeface="Calibri"/>
              </a:rPr>
              <a:t>Live view of submissions by area and programme; alert queue for high-risk cases; basic GIS map of activity hotspots; export for reporting.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USERS SERVED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Real people, real weekly workflows</a:t>
            </a:r>
          </a:p>
        </p:txBody>
      </p:sp>
      <p:pic>
        <p:nvPicPr>
          <p:cNvPr id="6" name="Picture 5" descr="staff_outreach_conversation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889760"/>
            <a:ext cx="5303520" cy="3535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34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 40+ Community Health Workers and VHTs in Bukoto, Kyebando, Kisaasi, Kamwokya, Kikaaya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77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 FairBanks clinic nurses and outreach coordinators who triage referrals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3520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 Programme managers tracking maternal, child, geriatric (Gericare), and NCD outreach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4663440"/>
            <a:ext cx="5760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2F38"/>
                </a:solidFill>
                <a:latin typeface="Calibri"/>
              </a:rPr>
              <a:t>•  Future district and NGO partners who need interoperable community data feeds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Pragmatic, maintainable, FairBanks-owned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24762"/>
            <a:ext cx="6400800" cy="42656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18872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Presentation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153619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4"/>
                </a:solidFill>
                <a:latin typeface="Calibri"/>
              </a:rPr>
              <a:t>Responsive mobile web (PWA-style) for CHW devices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14884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Offline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4963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4"/>
                </a:solidFill>
                <a:latin typeface="Calibri"/>
              </a:rPr>
              <a:t>Local queue + retry sync when network returns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310896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45643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4"/>
                </a:solidFill>
                <a:latin typeface="Calibri"/>
              </a:rPr>
              <a:t>REST API, PostgreSQL, role-based auth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06908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Dashboard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441655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4"/>
                </a:solidFill>
                <a:latin typeface="Calibri"/>
              </a:rPr>
              <a:t>Web admin for alerts, maps, and CSV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50292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6E6E"/>
                </a:solidFill>
                <a:latin typeface="Calibri"/>
              </a:rPr>
              <a:t>Hosting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537667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3A4A54"/>
                </a:solidFill>
                <a:latin typeface="Calibri"/>
              </a:rPr>
              <a:t>Documented deploy; FairBanks-operated cloud account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DELIVERY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Discovery → build → hardening → handover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4300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5272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Discovery &amp; 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25272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5C26"/>
                </a:solidFill>
                <a:latin typeface="Calibri"/>
              </a:rPr>
              <a:t>Weeks 1–3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25272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Field shadowing with CHWs; form design; acceptance criteria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Core build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4871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5C26"/>
                </a:solidFill>
                <a:latin typeface="Calibri"/>
              </a:rPr>
              <a:t>Weeks 4–10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Capture app, API, sync, dashboard MVP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2160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Pilot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72160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5C26"/>
                </a:solidFill>
                <a:latin typeface="Calibri"/>
              </a:rPr>
              <a:t>Weeks 11–14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372160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Bug fixes, performance, training materials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956048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D6E6E"/>
                </a:solidFill>
                <a:latin typeface="Calibri"/>
              </a:rPr>
              <a:t>Handover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495604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45C26"/>
                </a:solidFill>
                <a:latin typeface="Calibri"/>
              </a:rPr>
              <a:t>Week 15+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4956048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Source repo, docs, admin guide, knowledge transfer sessions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FairBanks owns the code and the operations</a:t>
            </a:r>
          </a:p>
        </p:txBody>
      </p:sp>
      <p:pic>
        <p:nvPicPr>
          <p:cNvPr id="6" name="Picture 5" descr="indoor_training_staff_presenting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81799"/>
            <a:ext cx="5029200" cy="33516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188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 Full source code in FairBanks-owned repository with clear README and environment 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2331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 Architecture diagram and API documentation for future developers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3474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 Admin and CHW user guides (simple language, screenshots)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4617720"/>
            <a:ext cx="60350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E2F38"/>
                </a:solidFill>
                <a:latin typeface="Calibri"/>
              </a:rPr>
              <a:t>•  Two live knowledge-transfer sessions with FairBanks technical lead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91440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5C26"/>
                </a:solidFill>
                <a:latin typeface="Calibri"/>
              </a:rPr>
              <a:t>WIN-WIN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8404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A1F2E"/>
                </a:solidFill>
                <a:latin typeface="Calibri"/>
              </a:rPr>
              <a:t>Engineering impact both sides can measure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577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5C26"/>
                </a:solidFill>
                <a:latin typeface="Calibri"/>
              </a:rPr>
              <a:t>For FairBanks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1031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A production-ready pilot: CHW capture app, sync pipeline, and operations dashboard — validated in live outreach, not a slide deck.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280160"/>
            <a:ext cx="557784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0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5087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5C26"/>
                </a:solidFill>
                <a:latin typeface="Calibri"/>
              </a:rPr>
              <a:t>For Gadfly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103120"/>
            <a:ext cx="5120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E2F38"/>
                </a:solidFill>
                <a:latin typeface="Calibri"/>
              </a:rPr>
              <a:t>A mission-aligned build with real users (CHWs, clinic staff, programme managers), measurable community impact, and a portfolio case in African primary care.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43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1">
                <a:solidFill>
                  <a:srgbClr val="0D6E6E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FairBanks FCHIP  |  Gadfly Grant 2026  |  Your health, our mission.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