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chw_mobile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347" y="0"/>
            <a:ext cx="10287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60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The Gadfly Project — Custom Web Application Grant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663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FCHIP Pilot Build — Community Health Data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1">
                <a:solidFill>
                  <a:srgbClr val="F2C79B"/>
                </a:solidFill>
                <a:latin typeface="Calibri"/>
              </a:rPr>
              <a:t>In-kind engineering scope for CHW capture, sync, and dashboards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In-kind engineering, not a cash grant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Gadfly builds the pilot product.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FairBanks runs it in live CHW outreach.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Both sides get a measurable community-health case study.</a:t>
            </a:r>
          </a:p>
        </p:txBody>
      </p:sp>
      <p:pic>
        <p:nvPicPr>
          <p:cNvPr id="7" name="Picture 6" descr="mobile_capture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783080"/>
            <a:ext cx="5486400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Gadfly Grant 2026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PRODUCT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Three modules that complete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3749039" cy="48463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3749039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D6E6E"/>
                </a:solidFill>
                <a:latin typeface="Calibri"/>
              </a:rPr>
              <a:t>CHW Field 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383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3A4A54"/>
                </a:solidFill>
                <a:latin typeface="Calibri"/>
              </a:rPr>
              <a:t>Offline-first mobile web forms for household visits: vitals, maternal flags, immunisation, NCD screening, referrals. Works on low-end Android phones; queues submissions when connectivity drops.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188720"/>
            <a:ext cx="3749039" cy="48463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188720"/>
            <a:ext cx="3749039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17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D6E6E"/>
                </a:solidFill>
                <a:latin typeface="Calibri"/>
              </a:rPr>
              <a:t>Sync &amp; Data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011680"/>
            <a:ext cx="3383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Secure API, role-based access, conflict handling, and audit trail from device to cloud. Structured records ready for analytics and export.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1188720"/>
            <a:ext cx="3749039" cy="48463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188720"/>
            <a:ext cx="3749039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417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D6E6E"/>
                </a:solidFill>
                <a:latin typeface="Calibri"/>
              </a:rPr>
              <a:t>Operations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011680"/>
            <a:ext cx="3383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Live view of submissions by area and programme; alert queue for high-risk cases; basic GIS map of activity hotspots; export for reporting.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Gadfly Grant 2026  | 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USERS SERVED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Real people, real weekly workflows</a:t>
            </a:r>
          </a:p>
        </p:txBody>
      </p:sp>
      <p:pic>
        <p:nvPicPr>
          <p:cNvPr id="6" name="Picture 5" descr="staff_outreach_conversation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89760"/>
            <a:ext cx="5303520" cy="3535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23444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•  40+ Community Health Workers and VHTs in Bukoto, Kyebando, Kisaasi, Kamwokya, Kikaaya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37744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•  FairBanks clinic nurses and outreach coordinators who triage referrals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52044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•  Programme managers tracking maternal, child, geriatric (Gericare), and NCD outreach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466344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•  Future district and NGO partners who need interoperable community data feeds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Gadfly Grant 2026  |  Your health, our mission.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Pragmatic, maintainable, FairBanks-owned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24762"/>
            <a:ext cx="6400800" cy="4265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1887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53619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Responsive mobile web (PWA-style) for CHW devices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214884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49631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Local queue + retry sync when network returns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31089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345643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REST API, PostgreSQL, role-based auth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40690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441655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Web admin for alerts, maps, and CSV export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50292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Hosting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537667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Documented deploy; FairBanks-operated cloud account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Gadfly Grant 2026  |  Your health, our mission.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Discovery → build → hardening → handover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24712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527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Discovery &amp; 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25272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C45C26"/>
                </a:solidFill>
                <a:latin typeface="Calibri"/>
              </a:rPr>
              <a:t>Weeks 1–3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252728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Field shadowing with CHWs; form design; acceptance criteria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77440"/>
            <a:ext cx="1124712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8716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Core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4871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C45C26"/>
                </a:solidFill>
                <a:latin typeface="Calibri"/>
              </a:rPr>
              <a:t>Weeks 4–10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487168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Capture app, API, sync, dashboard MVP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11880"/>
            <a:ext cx="1124712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216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Pilot hardening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72160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C45C26"/>
                </a:solidFill>
                <a:latin typeface="Calibri"/>
              </a:rPr>
              <a:t>Weeks 11–14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721608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Bug fixes, performance, training materials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46320"/>
            <a:ext cx="1124712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9560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Handover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495604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C45C26"/>
                </a:solidFill>
                <a:latin typeface="Calibri"/>
              </a:rPr>
              <a:t>Week 15+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4956048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Source repo, docs, admin guide, knowledge transfer sessions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Gadfly Grant 2026  |  Your health, our mission.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HANDOVER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FairBanks owns the code and the operations</a:t>
            </a:r>
          </a:p>
        </p:txBody>
      </p:sp>
      <p:pic>
        <p:nvPicPr>
          <p:cNvPr id="6" name="Picture 5" descr="indoor_training_staff_presenting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81799"/>
            <a:ext cx="5029200" cy="33516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188720"/>
            <a:ext cx="6035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•  Full source code in FairBanks-owned repository with clear README and environment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2331720"/>
            <a:ext cx="6035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•  Architecture diagram and API documentation for future developers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3474720"/>
            <a:ext cx="6035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•  Admin and CHW user guides (simple language, screenshots)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4617720"/>
            <a:ext cx="6035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•  Two live knowledge-transfer sessions with FairBanks technical lead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Gadfly Grant 2026  |  Your health, our mission.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WIN-WIN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Engineering impact both sides can measure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57784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087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C45C26"/>
                </a:solidFill>
                <a:latin typeface="Calibri"/>
              </a:rPr>
              <a:t>For FairBanks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1E2F38"/>
                </a:solidFill>
                <a:latin typeface="Calibri"/>
              </a:rPr>
              <a:t>A production-ready pilot: CHW capture app, sync pipeline, and operations dashboard — validated in live outreach, not a slide deck.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280160"/>
            <a:ext cx="557784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5087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C45C26"/>
                </a:solidFill>
                <a:latin typeface="Calibri"/>
              </a:rPr>
              <a:t>For Gadfly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0312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1E2F38"/>
                </a:solidFill>
                <a:latin typeface="Calibri"/>
              </a:rPr>
              <a:t>A mission-aligned build with real users (CHWs, clinic staff, programme managers), measurable community impact, and a portfolio case in African primary care.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1">
                <a:solidFill>
                  <a:srgbClr val="0D6E6E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Gadfly Grant 2026  |  Your health, our mission.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