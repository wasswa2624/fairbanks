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749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AUC Venture Lab Women Innovation Fellowship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06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FairBanks Community Health Intelligence Platform (FCHIP)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83481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2C79B"/>
                </a:solidFill>
                <a:latin typeface="Calibri"/>
              </a:rPr>
              <a:t>Women-led HealthTech ready for leadership, networks, and investment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0E8E8"/>
                </a:solidFill>
                <a:latin typeface="Calibri"/>
              </a:rPr>
              <a:t>Select our founder/team for the Women Innovation Fellowship cohort (1 Sep–31 Oct 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Mutual value for FairBanks and 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we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Leadership and investment-readiness coaching for a woman founder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Access to Egypt–Denmark innovation networks and mentors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Visibility that opens follow-on partners and capital conversations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Peer learning with other women innovators across sectors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they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 real HealthTech / AI venture already serving communities in Uganda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Storytelling power: deep tech rooted in African primary care, not imported soft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Contribution to gender-inclusive innovation across Africa and beyond Egypt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Alumni potential that can mentor future women founders in HealthTech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Health systems react too late</a:t>
            </a:r>
          </a:p>
        </p:txBody>
      </p:sp>
      <p:pic>
        <p:nvPicPr>
          <p:cNvPr id="6" name="Picture 5" descr="reactive_clin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469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23444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Care often starts only after people fall sick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health data sits in paper registers and silos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High-risk pregnancies and NCDs are found too late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Medicine stock-outs hit hard during disease surges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Health shocks push poor families deeper into hardship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FCHIP — community health intelligence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9062"/>
            <a:ext cx="6400800" cy="426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234440"/>
            <a:ext cx="4754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and VHTs capture structured data at household level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FCHIP applies AI, ML, and GIS to predict risk early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Alerts reach clinics, districts, and partners in time to act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Built on a live medical centre and community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PROGRAMME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Why this call matches FCHIP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Women entrepreneurs &amp; innovators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527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Woman-led HealthTech venture with a clear founder growth need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031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71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HealthTech / AI / sustainability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71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FCHIP is AI + community data for preventive primary 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76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16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Leadership &amp; ecosystem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816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We seek coaching, mentors, and Egypt–Denmark exposure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320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960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Beyond Egypt eligibility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960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Ugandan women innovators are eligible; we bring East Africa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FAIRBANKS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live community health ecosystem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43753"/>
            <a:ext cx="5486400" cy="365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34440"/>
            <a:ext cx="5486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Functioning FairBanks Medical Centre with clinic, pharmacy, and diagnostics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Active Community Reach outreach in Bukoto, Kyebando, Kisaasi, Kamwokya, Kikaaya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Trusted CHW and VHT relationships for household visits and referrals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 programmes: maternal &amp; child health, Gericare, chronic-disease screening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Digital health records and outreach data ready to feed FCHIP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 and partnership mindset for ethical, evidence-based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Fellowship journey and return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Attend the full Cairo fellowship (1 Sep–31 Oct 2026) with focus on leadership and fundraising readiness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Translate FairBanks Community Reach cascade into investor-ready narrative and metrics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Map partnership opportunities with mentors and peers for CHW tools and district pilots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Return with a 90-day execution plan for FCHIP MVP milestones in Kampala catchments</a:t>
            </a:r>
          </a:p>
        </p:txBody>
      </p:sp>
      <p:pic>
        <p:nvPicPr>
          <p:cNvPr id="7" name="Picture 6" descr="indoor_training_staff_presenting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DEEP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Intelligence rooted in African community care</a:t>
            </a:r>
          </a:p>
        </p:txBody>
      </p:sp>
      <p:pic>
        <p:nvPicPr>
          <p:cNvPr id="6" name="Picture 5" descr="deep_tech_collage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65630"/>
            <a:ext cx="5120640" cy="34125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1978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527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27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Outbreak early warning; maternal and NCD 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741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290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33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Learn from community patterns, seasons, and outreach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9504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005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96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Disease distribution, hotspots, and resource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8267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8816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559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Offline-capable CHW/VHT capture at household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030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7579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322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Secure sync across facilities and partners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5793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342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Analytics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9085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Real-time views for clinics, districts, and NGOs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OUR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Communities first — intelligence that serves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members identify needs and own solutions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/ VHTs bridge homes to clinics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Community Reach programmes deliver outreach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Medical Centre provides clinical care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Research, partnerships, and skills strengthen the system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Livelihoods and empowerment make health gains last</a:t>
            </a:r>
          </a:p>
        </p:txBody>
      </p:sp>
      <p:pic>
        <p:nvPicPr>
          <p:cNvPr id="7" name="Picture 6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AUC Venture Lab Women Innovation Fellows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Select our founder/team for the Women Innovation Fellowship cohort (1 Sep–31 Oct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2C79B"/>
                </a:solidFill>
                <a:latin typeface="Calibri"/>
              </a:rPr>
              <a:t>Women-led HealthTech ready for leadership, networks, and investment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