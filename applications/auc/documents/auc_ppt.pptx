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AUC Venture Lab Women Innovation Fellowship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Fellowship Application — Women-Led HealthTech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Cairo, Egypt · 1 September –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FELLOWSHIP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Cross-regional leadership for women in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HealthTech that serves Africa needs leadership training and cross-regional networks — not code alone.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AUC Venture Lab is Africa’s top accelerator heritage (440+ startups). Cairo connects North and East Africa.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 bring live community health operations from Uganda; I seek mentor access and investor-ready discipline.</a:t>
            </a:r>
          </a:p>
        </p:txBody>
      </p:sp>
      <p:pic>
        <p:nvPicPr>
          <p:cNvPr id="7" name="Picture 6" descr="staff_team_receptio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Communities first — building trust before scale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partnerships in Kampala communities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adolescent, and chronic-care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Clinical + community + product leadership combined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Decisions shaped by people who need care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Women-led intelligence on a live community health cascade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Offline capture → cloud intelligence → alerts to CHWs, clinics, districts.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Predict outbreaks, maternal risk, NCD hotspots, child health gaps, stock-outs.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Mentorship, ecosystem, investor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Leadership development · Mentor hours · Ecosystem engagement · Cross-cultural collaboration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From live pilot toward investment-ready venture across East Africa.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2170"/>
            <a:ext cx="4114800" cy="27422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COHORT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Field validation Egypt–Africa cohorts can learn from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Functioning medical centre + pharmacy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Live outreach data pipelines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Trusted community relationships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FCHIP field validation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Grassroots ↔ continental bridge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SEP–OCT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September–October 2026 — concrete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Leadership labs: decision-making under uncertainty in community health markets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Mentor hours with HealthTech founders and investors in AUC’s ecosystem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Cross-cultural collaboration with fellows from Egypt, Denmark links, and beyond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Pitch refinement for FCHIP as a women-led, Africa-rooted intelligence company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SHARED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Stronger founder, stronger continental HealthTech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World-class accelerator training, continental visibility, and mentor networks that help FCHIP scale beyond Uganda.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AUC Venture Lab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 fellow bringing live HealthTech field validation, CHW data pipelines, and a compelling women-innovation story from East Africa.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Ready for Cairo — women-led HealthTech with community roots.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Application deadline: 25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