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AUC Venture Lab Women Innovation Fellowship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Fellowship Application — Women-Led HealthTech Leadership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Cairo, Egypt · 1 September – 31 October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FELLOWSHIP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Cross-regional leadership for women in HealthTech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HealthTech that serves Africa needs leadership training and cross-regional networks — not code alone.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AUC Venture Lab is Africa’s top accelerator heritage (440+ startups). Cairo connects North and East Africa.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I bring live community health operations from Uganda; I seek mentor access and investor-ready discipline.</a:t>
            </a:r>
          </a:p>
        </p:txBody>
      </p:sp>
      <p:pic>
        <p:nvPicPr>
          <p:cNvPr id="7" name="Picture 6" descr="staff_team_reception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040"/>
            <a:ext cx="5303520" cy="353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Communities first — building trust before scale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733"/>
            <a:ext cx="5486400" cy="365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CHW/VHT partnerships in Kampala communities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Maternal, adolescent, and chronic-care programmes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Clinical + community + product leadership combined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Decisions shaped by people who need care first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Women-led intelligence on a live community health cascade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104"/>
            <a:ext cx="6583680" cy="43875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Offline capture → cloud intelligence → alerts to CHWs, clinics, districts.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Predict outbreaks, maternal risk, NCD hotspots, child health gaps, stock-outs.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Mentorship, ecosystem, investor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Leadership development · Mentor hours · Ecosystem engagement · Cross-cultural collaboration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From live pilot toward investment-ready venture across East Africa.</a:t>
            </a:r>
          </a:p>
        </p:txBody>
      </p:sp>
      <p:pic>
        <p:nvPicPr>
          <p:cNvPr id="7" name="Picture 6" descr="indoor_training_staff_presenting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2170"/>
            <a:ext cx="4114800" cy="27422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COHORT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Field validation Egypt–Africa cohorts can learn from</a:t>
            </a:r>
          </a:p>
        </p:txBody>
      </p:sp>
      <p:pic>
        <p:nvPicPr>
          <p:cNvPr id="6" name="Picture 5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040"/>
            <a:ext cx="5303520" cy="3535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Functioning medical centre + pharmacy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Live outreach data pipelines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Trusted community relationships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FCHIP field validation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Grassroots ↔ continental bridge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SEP–OCT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September–October 2026 — concrete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Leadership labs: decision-making under uncertainty in community health markets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31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Mentor hours with HealthTech founders and investors in AUC’s ecosystem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4612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83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Cross-cultural collaboration with fellows from Egypt, Denmark links, and beyond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29768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4348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Pitch refinement for FCHIP as a women-led, Africa-rooted intelligence company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SHARED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Stronger founder, stronger continental HealthTech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FairBanks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World-class accelerator training, continental visibility, and mentor networks that help FCHIP scale beyond Uganda.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AUC Venture Lab gains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A fellow bringing live HealthTech field validation, CHW data pipelines, and a compelling women-innovation story from East Africa.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Ready for Cairo — women-led HealthTech with community roots.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Application deadline: 25 July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