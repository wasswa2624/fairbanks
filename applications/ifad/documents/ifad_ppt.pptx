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_opt.jpg"/>
          <p:cNvPicPr>
            <a:picLocks noChangeAspect="1"/>
          </p:cNvPicPr>
          <p:nvPr/>
        </p:nvPicPr>
        <p:blipFill>
          <a:blip r:embed="rId2"/>
          <a:srcRect l="33" r="3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749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IFAD Grant — Rural Sector Performance Assessment (up to US$1.2M)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06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Health–Livelihood Intelligence for Rural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83481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F2C79B"/>
                </a:solidFill>
                <a:latin typeface="Calibri"/>
              </a:rPr>
              <a:t>Linking community health data to rural development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5321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0E8E8"/>
                </a:solidFill>
                <a:latin typeface="Calibri"/>
              </a:rPr>
              <a:t>Consider FairBanks (and partners) for EOI and full proposal on health–livelihood policy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WIN-WIN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Mutual value for FairBanks and the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What we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4864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Resources to connect health intelligence with rural livelihood policy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Partnerships with universities / think tanks on rigorous assessment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Evidence that prevention protects income and food security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Optional EOI path to test fit early (31 July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What they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Ground-level health and vulnerability data from community programmes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Private-sector / social enterprise implementer with field access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SDG-aligned story: health shocks as rural poverty drivers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Counterpart contribution potential via FairBanks operations (20–25%)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IFAD Grant — Rural Sector Performance As  |  Your health, our mission.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Health systems react too late</a:t>
            </a:r>
          </a:p>
        </p:txBody>
      </p:sp>
      <p:pic>
        <p:nvPicPr>
          <p:cNvPr id="6" name="Picture 5" descr="reactive_clinic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04691"/>
            <a:ext cx="5303520" cy="3534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234440"/>
            <a:ext cx="5669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Care often starts only after people fall sick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Community health data sits in paper registers and silos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High-risk pregnancies and NCDs are found too late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Medicine stock-outs hit hard during disease surges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Health shocks push poor families deeper into hardship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IFAD Grant — Rural Sector Performance As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FCHIP — community health intelligence</a:t>
            </a:r>
          </a:p>
        </p:txBody>
      </p:sp>
      <p:pic>
        <p:nvPicPr>
          <p:cNvPr id="6" name="Picture 5" descr="data_flow_iso_labeled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9062"/>
            <a:ext cx="6400800" cy="4265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234440"/>
            <a:ext cx="47548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CHWs and VHTs capture structured data at household level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FCHIP applies AI, ML, and GIS to predict risk early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Alerts reach clinics, districts, and partners in time to act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Built on a live medical centre and community programmes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IFAD Grant — Rural Sector Performance As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PROGRAMME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Why this call matches FCHIP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5272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Rural Sector Performance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5272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Add health–livelihood intelligence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0317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6717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Eligible entity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717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Social enterprise + research partners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1762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8162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Counterpart 20–25%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8162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In-kind operations and staff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13207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19607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Verify thematic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19607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EOI first; full proposal only if guidance confirms fit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IFAD Grant — Rural Sector Performance As  |  Your health, our mission.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WHY FAIRBANKS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A live community health ecosystem</a:t>
            </a:r>
          </a:p>
        </p:txBody>
      </p:sp>
      <p:pic>
        <p:nvPicPr>
          <p:cNvPr id="6" name="Picture 5" descr="outreach_facilitator_canopy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43753"/>
            <a:ext cx="5486400" cy="365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234440"/>
            <a:ext cx="5486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Functioning FairBanks Medical Centre with clinic, pharmacy, and diagnostics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Active Community Reach outreach in Bukoto, Kyebando, Kisaasi, Kamwokya, Kikaaya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Trusted CHW and VHT relationships for household visits and referrals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 programmes: maternal &amp; child health, Gericare, chronic-disease screening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Digital health records and outreach data ready to feed FCHIP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 and partnership mindset for ethical, evidence-based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IFAD Grant — Rural Sector Performance As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EOI → proposal → policy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760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By 31 Jul 2026: Optional non-binding Expression of Interest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By 4 Sep 2026: Full proposal if thematic fit confirmed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Year 1–2: Pilot indicators in FairBanks / partner rural catchments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Learning: Policy notes for IFAD and national stakeholders</a:t>
            </a:r>
          </a:p>
        </p:txBody>
      </p:sp>
      <p:pic>
        <p:nvPicPr>
          <p:cNvPr id="7" name="Picture 6" descr="indoor_training_staff_presenting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5160"/>
            <a:ext cx="5212080" cy="34734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IFAD Grant — Rural Sector Performance As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DEEP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Intelligence rooted in African community care</a:t>
            </a:r>
          </a:p>
        </p:txBody>
      </p:sp>
      <p:pic>
        <p:nvPicPr>
          <p:cNvPr id="6" name="Picture 5" descr="deep_tech_collage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65630"/>
            <a:ext cx="5120640" cy="34125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1978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2527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27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Outbreak early warning; maternal and NCD risk scoring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0741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1290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033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Learn from community patterns, seasons, and outreach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9504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005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GIS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796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Disease distribution, hotspots, and resource gaps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8267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8816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Mobile Data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1559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Offline-capable CHW/VHT capture at household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030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7579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Cloud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0322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Secure sync across facilities and partners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5793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342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Analytics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9085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Real-time views for clinics, districts, and NGOs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IFAD Grant — Rural Sector Performance As  |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OUR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Communities first — intelligence that serves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760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Community members identify needs and own solutions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CHWs / VHTs bridge homes to clinics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FairBanks Community Reach programmes deliver outreach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FairBanks Medical Centre provides clinical care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Research, partnerships, and skills strengthen the system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Livelihoods and empowerment make health gains last</a:t>
            </a:r>
          </a:p>
        </p:txBody>
      </p:sp>
      <p:pic>
        <p:nvPicPr>
          <p:cNvPr id="7" name="Picture 6" descr="gis_hotspots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5160"/>
            <a:ext cx="5212080" cy="34734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IFAD Grant — Rural Sector Performance As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reach_audience_full_group_01_opt.jpg"/>
          <p:cNvPicPr>
            <a:picLocks noChangeAspect="1"/>
          </p:cNvPicPr>
          <p:nvPr/>
        </p:nvPicPr>
        <p:blipFill>
          <a:blip r:embed="rId2"/>
          <a:srcRect t="7796" b="779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931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Consider FairBanks (and partners) for EOI and full proposal on health–livelihood policy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94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F2C79B"/>
                </a:solidFill>
                <a:latin typeface="Calibri"/>
              </a:rPr>
              <a:t>Linking community health data to rural development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43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