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IFAD Grant — Rural Sector Performance Assessment (up to US$1.2M)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Concept Note — Health–Livelihood Intelligence for Rural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E8E8"/>
                </a:solidFill>
                <a:latin typeface="Calibri"/>
              </a:rPr>
              <a:t>Optional non-binding Expression of Interest by 31 July 2026 · Full proposal by 4 September 2026 (12:00 CET)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CONCEPT 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Health–livelihood intelligence for rural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IFAD grant up to US$1.2M for Rural Sector Performance Assessment.
FairBanks links health shocks to rural livelihoods through FCHIP and the community cascade.
We proceed carefully — EOI first, full proposal only if thematic fit is confirmed.</a:t>
            </a:r>
          </a:p>
        </p:txBody>
      </p:sp>
      <p:pic>
        <p:nvPicPr>
          <p:cNvPr id="7" name="Picture 6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Health shocks wipe out rural household gains</a:t>
            </a:r>
          </a:p>
        </p:txBody>
      </p:sp>
      <p:pic>
        <p:nvPicPr>
          <p:cNvPr id="6" name="Picture 5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04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• Illness erases farm income and savings
• Performance assessments under-weight health
• Community data could make policy human-centred
• Prevention protects livelihoods and food 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FCHIP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Community signals → rural performance dashboards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A4A54"/>
                </a:solidFill>
                <a:latin typeface="Calibri"/>
              </a:rPr>
              <a:t>CHWs → outreach → clinic → research → empowerment.
FCHIP adds illness clusters, maternal risk, missed care, and stock-out signals for policy briefs and investment priorities.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WORKSTREAMS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What we would implement with partners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Health-shock markers linked to livelihood stress in rural performance dashboards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Community-generated indicators from CHW outreach and clinic encounters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Policy briefs translating FCHIP signals into rural investment priorities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Partner-led evaluation design with academic / think-tank co-authorship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COUNTERPART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20–25% in-kind from FairBanks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FairBanks meets IFAD counterpart through:
• Field operations and CHW supervision
• Outreach infrastructure and staff time
• Data stewardship and existing digital foundations
• Partner university / think tank for research design</a:t>
            </a:r>
          </a:p>
        </p:txBody>
      </p:sp>
      <p:pic>
        <p:nvPicPr>
          <p:cNvPr id="7" name="Picture 6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EOI → PROPOSAL →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Gated by thematic fit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By 31 Jul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4300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Optional non-binding Expression of Interest to test thematic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Confirm alignment with IFAD Rural Sector Performance Assessment guidance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By 4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06324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Full proposal only if thematic fit is confirmed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Year 1–2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023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Pilot health–livelihood indicators in FairBanks / partner rural catchments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Policy notes for IFAD, national stakeholders, and rural investment planners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Indicative allocation — up to US$1.2M ceiling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F38"/>
                </a:solidFill>
                <a:latin typeface="Calibri"/>
              </a:rPr>
              <a:t>Research &amp; assessment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14300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Methods, partner contracts, ethics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1143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F38"/>
                </a:solidFill>
                <a:latin typeface="Calibri"/>
              </a:rPr>
              <a:t>Community data &amp; FCHIP modules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1031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Indicators, dashboards, data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103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F38"/>
                </a:solidFill>
                <a:latin typeface="Calibri"/>
              </a:rPr>
              <a:t>Policy engagement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06324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Briefs, stakeholder dialogues, learning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F38"/>
                </a:solidFill>
                <a:latin typeface="Calibri"/>
              </a:rPr>
              <a:t>FairBanks counterpart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2336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Field ops, CHW supervision, outreach, staff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4023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20–25% in-kind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E8F0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2E"/>
                </a:solidFill>
                <a:latin typeface="Calibri"/>
              </a:rPr>
              <a:t>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98348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Per IFAD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983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Up to US$1.2M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FairBanks ↔ IFAD ↔ rural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Resources to connect health intelligence with rural livelihood policy; university partnerships; evidence that prevention protects income and food security.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IFAD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Ground-level health and vulnerability data from community programmes; social-enterprise implementer with field access; SDG-aligned health-shock narrative; counterpart contribution via live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EOI first — full proposal only where IFAD guidance confirms fit.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