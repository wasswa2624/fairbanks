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657600"/>
            <a:ext cx="12191695" cy="32004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IFAD Grant — Rural Sector Performance Assessment (up to US$1.2M)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Concept Note — Health–Livelihood Intelligence for Rural Policy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1">
                <a:solidFill>
                  <a:srgbClr val="F2C79B"/>
                </a:solidFill>
                <a:latin typeface="Calibri"/>
              </a:rPr>
              <a:t>FairBanks Community Health Intelligence Platform 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D0E8E8"/>
                </a:solidFill>
                <a:latin typeface="Calibri"/>
              </a:rPr>
              <a:t>Optional non-binding Expression of Interest by 31 July 2026 · Full proposal by 4 September 2026 (12:00 CET)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CONCEPT NOTE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Health–livelihood intelligence for rural policy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IFAD grant up to US$1.2M for Rural Sector Performance Assessment.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FairBanks links health shocks to rural livelihoods through FCHIP and the community cascade.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We proceed carefully — EOI first, full proposal only if thematic fit is confirmed.</a:t>
            </a:r>
          </a:p>
        </p:txBody>
      </p:sp>
      <p:pic>
        <p:nvPicPr>
          <p:cNvPr id="7" name="Picture 6" descr="dashboard_demo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44040"/>
            <a:ext cx="5303520" cy="3535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Health shocks wipe out rural household gains</a:t>
            </a:r>
          </a:p>
        </p:txBody>
      </p:sp>
      <p:pic>
        <p:nvPicPr>
          <p:cNvPr id="6" name="Picture 5" descr="bloom_maternal_health_participant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44040"/>
            <a:ext cx="5303520" cy="3535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09728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Illness erases farm income and savings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Performance assessments under-weight health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Community data could make policy human-centred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Prevention protects livelihoods and food security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FCHIP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Community signals → rural performance dashboards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79042"/>
            <a:ext cx="6400800" cy="4265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0" y="109728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CHWs → outreach → clinic → research → empowerment.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FCHIP adds illness clusters, maternal risk, missed care, and stock-out signals for policy briefs and investment priorities.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WORKSTREAMS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What we would implement with partners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80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Health-shock markers linked to livelihood stress in rural performance dashboards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31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Community-generated indicators from CHW outreach and clinic encounters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4612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24612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383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Policy briefs translating FCHIP signals into rural investment priorities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9768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29768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4348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Partner-led evaluation design with academic / think-tank co-authorship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COUNTERPART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20–25% in-kind from FairBanks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FairBanks meets IFAD counterpart through: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Field operations and CHW supervision
• Outreach infrastructure and staff time
• Data stewardship and existing digital foundations
• Partner university / think tank for research design</a:t>
            </a:r>
          </a:p>
        </p:txBody>
      </p:sp>
      <p:pic>
        <p:nvPicPr>
          <p:cNvPr id="7" name="Picture 6" descr="outreach_mobile_phone_demo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44040"/>
            <a:ext cx="5303520" cy="3535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EOI → PROPOSAL →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Gated by thematic fit verification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By 31 Jul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14300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Optional non-binding Expression of Interest to test thematic fit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1168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10312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Confirm alignment with IFAD Rural Sector Performance Assessment guidance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7180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0632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By 4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06324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Full proposal only if thematic fit is confirmed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93192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233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Year 1–2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02336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Pilot health–livelihood indicators in FairBanks / partner rural catchments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9204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9834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Learning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498348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Policy notes for IFAD, national stakeholders, and rural investment planners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Indicative allocation — up to US$1.2M ceiling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2F38"/>
                </a:solidFill>
                <a:latin typeface="Calibri"/>
              </a:rPr>
              <a:t>Research &amp; assessment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14300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3A4A54"/>
                </a:solidFill>
                <a:latin typeface="Calibri"/>
              </a:rPr>
              <a:t>Methods, partner contracts, ethics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11430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45C26"/>
                </a:solidFill>
                <a:latin typeface="Calibri"/>
              </a:rPr>
              <a:t>Share of grant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2F38"/>
                </a:solidFill>
                <a:latin typeface="Calibri"/>
              </a:rPr>
              <a:t>Community data &amp; FCHIP modules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10312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3A4A54"/>
                </a:solidFill>
                <a:latin typeface="Calibri"/>
              </a:rPr>
              <a:t>Indicators, dashboards, data 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2103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45C26"/>
                </a:solidFill>
                <a:latin typeface="Calibri"/>
              </a:rPr>
              <a:t>Share of grant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63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2F38"/>
                </a:solidFill>
                <a:latin typeface="Calibri"/>
              </a:rPr>
              <a:t>Policy engagement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306324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3A4A54"/>
                </a:solidFill>
                <a:latin typeface="Calibri"/>
              </a:rPr>
              <a:t>Briefs, stakeholder dialogues, learning events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3063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45C26"/>
                </a:solidFill>
                <a:latin typeface="Calibri"/>
              </a:rPr>
              <a:t>Share of grant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93192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023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2F38"/>
                </a:solidFill>
                <a:latin typeface="Calibri"/>
              </a:rPr>
              <a:t>FairBanks counterpart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02336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3A4A54"/>
                </a:solidFill>
                <a:latin typeface="Calibri"/>
              </a:rPr>
              <a:t>Field ops, CHW supervision, outreach, staff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40233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45C26"/>
                </a:solidFill>
                <a:latin typeface="Calibri"/>
              </a:rPr>
              <a:t>20–25% in-kind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40"/>
            <a:ext cx="11155680" cy="868680"/>
          </a:xfrm>
          <a:prstGeom prst="rect">
            <a:avLst/>
          </a:prstGeom>
          <a:solidFill>
            <a:srgbClr val="E8F0F0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983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F2E"/>
                </a:solidFill>
                <a:latin typeface="Calibri"/>
              </a:rPr>
              <a:t>Ceiling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498348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3A4A54"/>
                </a:solidFill>
                <a:latin typeface="Calibri"/>
              </a:rPr>
              <a:t>Per IFAD call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49834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45C26"/>
                </a:solidFill>
                <a:latin typeface="Calibri"/>
              </a:rPr>
              <a:t>Up to US$1.2M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WIN-WIN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FairBanks ↔ IFAD ↔ rural families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FairBanks gains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Resources to connect health intelligence with rural livelihood policy; university partnerships; evidence that prevention protects income and food security.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IFAD gains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Ground-level health and vulnerability data from community programmes; social-enterprise implementer with field access; SDG-aligned health-shock narrative; counterpart contribution via live operations.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audience_full_grou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EOI first — full proposal only where IFAD guidance confirms fit.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