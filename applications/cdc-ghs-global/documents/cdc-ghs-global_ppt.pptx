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03520" y="0"/>
            <a:ext cx="688817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80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45C26"/>
                </a:solidFill>
                <a:latin typeface="Calibri"/>
              </a:rPr>
              <a:t>CDC · Uganda GHS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 local partner for earlier detection — shared win for Uganda and the U.S.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37490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FairBanks Medical Centre · FCHIP component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4805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512064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8C4C8"/>
                </a:solidFill>
                <a:latin typeface="Calibri"/>
              </a:rPr>
              <a:t>CDC-RFA-JG-26-0056 · Due 14 August 2026, 11:59 p.m. 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shared 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CDC / United States: Earlier containment at source - Safer, Stronger, More Prosperous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Uganda / MoH: Last-mile signals into NISS pathways; trained CHWs; 7-1-7 practice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FairBanks: Local partner with live clinic, Community Reach, and FCHIP that feeds government</a:t>
            </a:r>
          </a:p>
          <a:p>
            <a:pPr>
              <a:spcAft>
                <a:spcPts val="600"/>
              </a:spcAft>
              <a:defRPr sz="2000">
                <a:solidFill>
                  <a:srgbClr val="1E2F38"/>
                </a:solidFill>
                <a:latin typeface="Calibri"/>
              </a:defRPr>
            </a:pPr>
            <a:r>
              <a:t>Communities: Earlier alerts and clearer referral paths when something looks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Strengthen Uganda GHS capacities from the 2023 JEE (surveillance, labs, response, workforce, border health).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Cooperative agreement · 5 years · apply for all five funding components.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Year 1 Component 1 ask: $3,000,000 (NOFO estimate / full ceiling) · local partner preference +10 points.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Scoring: Approach 35 · EPMP 30 · Capacity 35 - we lead with measurable last-mile surveillance.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Must work in Uganda · English · USD · no research · clinical care not the award purpose.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Submit on Grants.gov by 14 August 2026, 11:59 p.m. 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last-mile gap</a:t>
            </a:r>
          </a:p>
        </p:txBody>
      </p:sp>
      <p:pic>
        <p:nvPicPr>
          <p:cNvPr id="5" name="Picture 4" descr="outreach_bp_screeni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Outbreaks grow when community signals stay on paper.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CHWs, clinics, labs, and EOCs still share information too slowly.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JEE gaps: data sharing, surge staffing, forecasting, NISS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FairBanks already works where the gap shows up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FairBanks works</a:t>
            </a:r>
          </a:p>
        </p:txBody>
      </p:sp>
      <p:pic>
        <p:nvPicPr>
          <p:cNvPr id="5" name="Picture 4" descr="concept_improv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0704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Our offer under MoH leadership</a:t>
            </a:r>
          </a:p>
        </p:txBody>
      </p:sp>
      <p:pic>
        <p:nvPicPr>
          <p:cNvPr id="5" name="Picture 4" descr="outreach_mobile_phone_dem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Community + facility surveillance into MoH/NISS pathways via FCHIP.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7-1-7 style drills with districts.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CHW/VHT workforce and surge roster.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Priority-disease community-facility links.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Lab and border modules with specialised partners — not a parallel system.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FCHIP on the Data &amp; Feedback loop</a:t>
            </a:r>
          </a:p>
        </p:txBody>
      </p:sp>
      <p:pic>
        <p:nvPicPr>
          <p:cNvPr id="5" name="Picture 4" descr="data_flow_iso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987552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success looks like</a:t>
            </a:r>
          </a:p>
        </p:txBody>
      </p:sp>
      <p:pic>
        <p:nvPicPr>
          <p:cNvPr id="5" name="Picture 4" descr="gis_hotsp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188720"/>
            <a:ext cx="5029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Faster detection &amp; response — Shorter time from community signal to district notification (7-1-7 style)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Stronger surveillance — Weekly community reports and successful MoH/NISS-aligned data tests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Ready workforce — Trained CHWs/VHTs and surge roster exercised in drills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Better community-facility links — Documented referral outcomes for priority disease flags</a:t>
            </a:r>
          </a:p>
          <a:p>
            <a:pPr>
              <a:spcAft>
                <a:spcPts val="600"/>
              </a:spcAft>
              <a:defRPr sz="1600">
                <a:solidFill>
                  <a:srgbClr val="1E2F38"/>
                </a:solidFill>
                <a:latin typeface="Calibri"/>
              </a:defRPr>
            </a:pPr>
            <a:r>
              <a:t>Government use — Tools, SOPs, and data access handed for MoH/CDC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Five components — one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1 Core GHS: $3,000,000 draft (ceiling $3,000,000) — Expected initial funding (full ceiling)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2 Small-scale response: $1,000,000 draft (ceiling $5,000,000) — Contingency ABU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3 Large-scale response: $1,500,000 draft (ceiling $10,000,000) — Contingency ABU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4 Small emerging threats: $1,000,000 draft (ceiling $15,000,000) — Contingency ABU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5 Large emerging threats: $1,000,000 draft (ceiling $20,000,000) — Contingency ABU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Component TOTAL Year 1 (feasible C1-C5): $7,500,000 draft (ceiling ) — Equals Box 18a / 18g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FairBanks — local partner</a:t>
            </a:r>
          </a:p>
        </p:txBody>
      </p:sp>
      <p:pic>
        <p:nvPicPr>
          <p:cNvPr id="5" name="Picture 4" descr="staff_team_receptio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0292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Uganda-incorporated company with Kampala operations.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Live clinic + Community Reach + working FCHIP MVP.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Named catchments already in motion.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Documented company standing (TIN, NSSF, licences) ready to attach.</a:t>
            </a:r>
          </a:p>
          <a:p>
            <a:pPr>
              <a:spcAft>
                <a:spcPts val="600"/>
              </a:spcAft>
              <a:defRPr sz="1700">
                <a:solidFill>
                  <a:srgbClr val="1E2F38"/>
                </a:solidFill>
                <a:latin typeface="Calibri"/>
              </a:defRPr>
            </a:pPr>
            <a:r>
              <a:t>Contact: info@fairbanksmedicalcentre.org · +256 772 849 258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Before you submit — Grants.gov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SAM.gov first - get UEI (can take weeks).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Login.gov + Grants.gov organisation profile with the same email as SAM EBiz POC.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Create a workspace for CDC-RFA-JG-26-0056; AOR must Sign and Submit.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CONFIRM local partner citizenship percentages before signing the preference letter.</a:t>
            </a:r>
          </a:p>
          <a:p>
            <a:pPr>
              <a:spcAft>
                <a:spcPts val="600"/>
              </a:spcAft>
              <a:defRPr sz="1800">
                <a:solidFill>
                  <a:srgbClr val="1E2F38"/>
                </a:solidFill>
                <a:latin typeface="Calibri"/>
              </a:defRPr>
            </a:pPr>
            <a:r>
              <a:t>Deadline: 14 August 2026, 11:59 p.m. ET · Quick start: grants.gov/quick-start-guide/applicants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Ready to help Uganda detect and respond faster — so threats stop closer to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1089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8C4C8"/>
                </a:solidFill>
                <a:latin typeface="Calibri"/>
              </a:rPr>
              <a:t>Feasible Year 1 Component 1: $3,000,000 · Local partner · MoH-aligned · Contingency surge plans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Racheal Nabukeera · info@fairbanksmedicalcentre.org · +256 772 849 258
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