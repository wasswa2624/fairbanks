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6E6E"/>
                </a:solidFill>
                <a:latin typeface="Calibri"/>
              </a:rPr>
              <a:t>U.S. Department of State / GHSD — Advancing Global Health (DFOP0017890)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519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Statement of Interest — 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46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Medical Centre  ·  FairBanks Community Reach  ·  FCHIP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Objective 4 — Community-to-facility intelligence interoperable with eCHIS and DHIS2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Win-win Step 1 Statement of Interest  |  Deadline 31 July 2026, 5:00 PM EDT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The Problem</a:t>
            </a:r>
          </a:p>
        </p:txBody>
      </p:sp>
      <p:pic>
        <p:nvPicPr>
          <p:cNvPr id="5" name="Picture 4" descr="outreach_outdoor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0" i="0">
                <a:solidFill>
                  <a:srgbClr val="1E2F38"/>
                </a:solidFill>
                <a:latin typeface="Calibri"/>
              </a:rPr>
              <a:t>Uganda's five-year health transition (April 2026-December 2030) asks facilities, districts, and communities to keep HIV, TB, malaria, maternal and child health, immunisation, and outbreak services strong while shifting toward government-led, performance-based programming. That shift only works if decision-makers see what is happening at the last mile - not weeks later in paper registers.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Statement of Interest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We propose to pilot and then transfer a community-to-facility intelligence layer - the FairBanks Community Health Intelligence Platform (FCHIP) - that captures CHW/VHT household and visit data offline, syncs securely, maps indicators to national reporting elements, and feeds facility and district action. FCHIP is not a parallel silo. It is a bridge that makes Uganda's existing digital stack (eCHIS, DHIS2, facility EMRs, and related national platforms) more complete at community level and more useful for prevention.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Win-Win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Uganda / Ministry of Health: Richer last-mile data into eCHIS and DHIS2; clearer referral closure; documented handoff p...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U.S. Department of State / GHSD: A Ugandan implementer with a live clinic and community network that protects essential ser...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Districts &amp; facilities: Dashboards for outreach targeting, referral follow-up, and programme monitoring; GIS hotsp...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Communities &amp; CHWs/VHTs: Simple offline tools, faster support from the medical centre, and care that reaches mother...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Proposed Objectives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O1. Deploy offline-capable CHW/VHT capture aligned with eCHIS household and visit concepts across FairBanks Co...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O2. Establish a secure sync and role-based access pipeline linking community records to FairBanks Medical Cent...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O3. Map community indicators to DHIS2 reporting elements and demonstrate aggregate submission pathways for MNC...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O4. Deliver facility and programme dashboards plus GIS hotspot views that trigger outreach, referrals, and sup...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Project Approach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Cascade-rooted capture → secure sync → eCHIS/DHIS2/EMR interoperability → dashboards &amp; GIS → MoH-aligned transfer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Expected Outcomes</a:t>
            </a:r>
          </a:p>
        </p:txBody>
      </p:sp>
      <p:pic>
        <p:nvPicPr>
          <p:cNvPr id="5" name="Picture 4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Digital completeness — Increase structured community visit capture flowing into facility and aggregate 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Interoperability proof — Working mappings and demo exports for eCHIS-aligned records and DHIS2 aggregates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Service continuity signals — Earlier alerts for missed ANC, immunisation gaps, fever clusters, and referral 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• Accountability — Role-based audit trails, data-quality checks, and programme dashboards usable fo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Organizational Capacity</a:t>
            </a:r>
          </a:p>
        </p:txBody>
      </p:sp>
      <p:pic>
        <p:nvPicPr>
          <p:cNvPr id="5" name="Picture 4" descr="facility_exterior_sig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E2F38"/>
                </a:solidFill>
                <a:latin typeface="Calibri"/>
              </a:rPr>
              <a:t>• Ugandan social enterprise with a functioning medical centre - clinical care, diagnostics, pharmacy, and referral pathways already in daily use.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E2F38"/>
                </a:solidFill>
                <a:latin typeface="Calibri"/>
              </a:rPr>
              <a:t>• Active FairBanks Community Reach programmes: maternal and child health, Gericare, chronic disease screening, school and corporate health outreach.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E2F38"/>
                </a:solidFill>
                <a:latin typeface="Calibri"/>
              </a:rPr>
              <a:t>• Established CHW/VHT relationships in Kampala-area communities named above - real users, not a greenfield pilot.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1E2F38"/>
                </a:solidFill>
                <a:latin typeface="Calibri"/>
              </a:rPr>
              <a:t>• Digital health records foundation and pharmacy dispensing data already supporting facility operations.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Interoperability</a:t>
            </a:r>
          </a:p>
        </p:txBody>
      </p:sp>
      <p:pic>
        <p:nvPicPr>
          <p:cNvPr id="5" name="Picture 4" descr="pharmacy_staff_lapto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eCHIS household capture → DHIS2 aggregates → facility EMR referrals → national warehouse readiness. Bridge layer — not a replacement silo.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Sustainability &amp;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Core clinic and outreach continue as FairBanks operations - the grant accelerates interoperable intelligence and transfer, not basic organisational survival.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Diversified sustainability pathways after transfer: facility use, district deployments, NGO programme monitoring, partner APIs, and training packages.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Local capacity: train Ugandan developers, CHW supervisors, and data stewards; document systems for government handoff.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Readiness for Full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This Statement of Interest confirms FairBanks' intent to advance Objective 4 with a community-rooted, interoperable, government-aligned digital health proposal. We seek invitation to Step 2 (full proposal), where we will detail workplans, budgets, M&amp;E, partnership letters, and a clear transition of staffing and recurrent costs toward sustainable Ugandan ownership.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