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3"/>
            <a:ext cx="12191695" cy="68534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6E6E"/>
                </a:solidFill>
                <a:latin typeface="Calibri"/>
              </a:rPr>
              <a:t>U.S.–Uganda Health MOU — Funding Opportunity DFOP0017890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Statement of Interest — Objective 4 Digital Health Scale-Up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74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D0E8E8"/>
                </a:solidFill>
                <a:latin typeface="Calibri"/>
              </a:rPr>
              <a:t>Community-to-facility intelligence interoperable with eCHIS and DHIS2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Statement of Interest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Medical Centre and FairBanks Community Reach respectfully submit this Statement of Interest under Objective 4: scaling digital health systems in Uganda. We propose to extend and interoperate community-generated health data — captured by Community Health Workers and Village Health Teams — with national platforms (eCHIS, DHIS2, facility EMRs) through FairBanks Community Health Intelligence Platform (FCHIP).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Organizational Capacity</a:t>
            </a:r>
          </a:p>
        </p:txBody>
      </p:sp>
      <p:pic>
        <p:nvPicPr>
          <p:cNvPr id="5" name="Picture 4" descr="facility_exterior_sign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Operating medical centre with pharmacy, diagnostics, and referral pathways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Community Reach programmes: maternal &amp; child health, Gericare, NCD screening, school health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Active CHW/VHT networks in Bukoto, Kyebando, Kisaasi, Kamwokya, Kikaaya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Digital health records foundation and pharmacy dispensing data already in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Alignment with Objective 4</a:t>
            </a:r>
          </a:p>
        </p:txBody>
      </p:sp>
      <p:pic>
        <p:nvPicPr>
          <p:cNvPr id="5" name="Picture 4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FCHIP extends last-mile capture and feeds structured community data upstream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Proposed Digital Health Activity</a:t>
            </a:r>
          </a:p>
        </p:txBody>
      </p:sp>
      <p:pic>
        <p:nvPicPr>
          <p:cNvPr id="5" name="Picture 4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500" b="0" i="0">
                <a:solidFill>
                  <a:srgbClr val="1E2F38"/>
                </a:solidFill>
                <a:latin typeface="Calibri"/>
              </a:rPr>
              <a:t>• Deploy offline-capable CHW capture aligned with eCHIS household and visit concepts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500" b="0" i="0">
                <a:solidFill>
                  <a:srgbClr val="1E2F38"/>
                </a:solidFill>
                <a:latin typeface="Calibri"/>
              </a:rPr>
              <a:t>• Build secure sync pipeline with role-based access for CHWs, facilities, and district viewers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300"/>
              </a:spcAft>
            </a:pPr>
            <a:r>
              <a:rPr sz="2500" b="0" i="0">
                <a:solidFill>
                  <a:srgbClr val="1E2F38"/>
                </a:solidFill>
                <a:latin typeface="Calibri"/>
              </a:rPr>
              <a:t>• Map community indicators to DHIS2 reporting elements for aggregate submission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0" i="0">
                <a:solidFill>
                  <a:srgbClr val="1E2F38"/>
                </a:solidFill>
                <a:latin typeface="Calibri"/>
              </a:rPr>
              <a:t>• Provide facility dashboards for referrals, alerts, and programme monitoring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Interoperability Approach</a:t>
            </a:r>
          </a:p>
        </p:txBody>
      </p:sp>
      <p:pic>
        <p:nvPicPr>
          <p:cNvPr id="5" name="Picture 4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eCHIS household capture → DHIS2 aggregates → facility EMR referrals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Geographic Focus</a:t>
            </a:r>
          </a:p>
        </p:txBody>
      </p:sp>
      <p:pic>
        <p:nvPicPr>
          <p:cNvPr id="5" name="Picture 4" descr="outreach_outdoor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Primary pilot: FairBanks catchment — Kampala-area communities with live CHW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Sustainability &amp; Local Ownership</a:t>
            </a:r>
          </a:p>
        </p:txBody>
      </p:sp>
      <p:pic>
        <p:nvPicPr>
          <p:cNvPr id="5" name="Picture 4" descr="pharmacy_staff_lapto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FairBanks operates the medical centre and outreach without grant dependency for core services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Revenue pathways: clinic subscriptions, district deployments, NGO programme monitoring, partner APIs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Local capacity: train Ugandan developers and data stewards; document systems for MoH handoff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Partnership Landscape</a:t>
            </a:r>
          </a:p>
        </p:txBody>
      </p:sp>
      <p:pic>
        <p:nvPicPr>
          <p:cNvPr id="5" name="Picture 4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Ministry of Health community health strategy alignment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District health teams for aggregate reporting validation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Academic partners for evaluation and interoperability testing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NGOs and CBOs already working with FairBanks outreach programmes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Readiness for Full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Ready to develop a full Objective 4 proposal with partners and MoH-aligned reviewers.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