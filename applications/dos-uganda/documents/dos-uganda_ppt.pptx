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rcRect l="33" r="3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749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U.S. Dept of State — Uganda Health System MOU (DFOP0017890)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06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Scaling Community Health Intelligence for Uganda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83481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F2C79B"/>
                </a:solidFill>
                <a:latin typeface="Calibri"/>
              </a:rPr>
              <a:t>Statement of Interest: digital health, community systems, and accountable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32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Invite FairBanks to submit a full application under Objective 4 (digital health) and related community tracks.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Mutual value for FairBanks and the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What we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4864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Pathway to multi-year partnership funding for digital community health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Alignment with national systems (eCHIS / DHIS2 / data warehouse)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Capacity to scale beyond Kampala catchments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Stronger governance, M&amp;E, and compliance muscle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What they 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39496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Ugandan implementer with clinic + CHW footprint already in motion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Contribution to Objective 4 digital health scaling goals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Community-based complementary data that improves facility and district action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Potential links to community financing, faith/community facilities, and supply accountability tracks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U.S. Dept of State — Uganda Health Syste  |  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Health systems react too late</a:t>
            </a:r>
          </a:p>
        </p:txBody>
      </p:sp>
      <p:pic>
        <p:nvPicPr>
          <p:cNvPr id="6" name="Picture 5" descr="reactive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0469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234440"/>
            <a:ext cx="56692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Care often starts only after people fall sick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Community health data sits in paper registers and silos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High-risk pregnancies and NCDs are found too late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Medicine stock-outs hit hard during disease surges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Health shocks push poor families deeper into hardship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U.S. Dept of State — Uganda Health Syste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FCHIP — community health intelligence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906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234440"/>
            <a:ext cx="47548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CHWs and VHTs capture structured data at household level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FCHIP applies AI, ML, and GIS to predict risk early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Alerts reach clinics, districts, and partners in time to act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Built on a live medical centre and community programmes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U.S. Dept of State — Uganda Health Syste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PROGRAMME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Why this call matches FCHIP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5272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Objective 4 — digital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25272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EMR/community data, analytics, interoperability intent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0317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6717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Ugandan organisations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56717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Local medical centre and community programmes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1762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88162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Two-step process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88162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This pack supports a strong Statement of Interest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13207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19607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Five-year systems strengthening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519607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Roadmap from pilot catchment to district partnership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U.S. Dept of State — Uganda Health Syste  |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WHY FAIRBANKS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 live community health ecosystem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4375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234440"/>
            <a:ext cx="54864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Functioning FairBanks Medical Centre with clinic, pharmacy, and diagnostics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Active Community Reach outreach in Bukoto, Kyebando, Kisaasi, Kamwokya, Kikaaya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Trusted CHW and VHT relationships for household visits and referrals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Live programmes: maternal &amp; child health, Gericare, chronic-disease screening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Digital health records and outreach data ready to feed FCHIP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Research and partnership mindset for ethical, evidence-based scale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U.S. Dept of State — Uganda Health Syste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SOI → full proposal →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76072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SOI (by 31 Jul 2026): Submit concise Statement of Interest aligned to Objective 4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Full proposal (if invited): Technical approach, consortium, budget, M&amp;E, safeguarding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Year 1–2: Pilot interoperability + predictive modules in FairBanks catchment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Year 3–5: District partnerships and national reporting alignment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35160"/>
            <a:ext cx="5212080" cy="34734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U.S. Dept of State — Uganda Health Syste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DEEP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Intelligence rooted in African community care</a:t>
            </a:r>
          </a:p>
        </p:txBody>
      </p:sp>
      <p:pic>
        <p:nvPicPr>
          <p:cNvPr id="6" name="Picture 5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65630"/>
            <a:ext cx="5120640" cy="34125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852160" y="11978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2527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Artificial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5270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Outbreak early warning; maternal and NCD risk scoring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20741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21290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4033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Learn from community patterns, seasons, and outreach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9504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3005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GIS Mapping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2796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Disease distribution, hotspots, and resource gaps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38267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38816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Mobile Data 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1559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Offline-capable CHW/VHT capture at household 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47030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47579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Cloud Computing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0322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Secure sync across facilities and partners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55793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56342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Analytics Dashboards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9085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Real-time views for clinics, districts, and NGOs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U.S. Dept of State — Uganda Health Syste  |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OUR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Communities first — intelligence that serves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76072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Community members identify needs and own solutions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CHWs / VHTs bridge homes to clinics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FairBanks Community Reach programmes deliver outreach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FairBanks Medical Centre provides clinical care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Research, partnerships, and skills strengthen the system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Livelihoods and empowerment make health gains last</a:t>
            </a:r>
          </a:p>
        </p:txBody>
      </p:sp>
      <p:pic>
        <p:nvPicPr>
          <p:cNvPr id="7" name="Picture 6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35160"/>
            <a:ext cx="5212080" cy="34734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U.S. Dept of State — Uganda Health Syste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rcRect t="7796" b="779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931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Invite FairBanks to submit a full application under Objective 4 (digital health) and related community tracks.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94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F2C79B"/>
                </a:solidFill>
                <a:latin typeface="Calibri"/>
              </a:rPr>
              <a:t>Statement of Interest: digital health, community systems, and accountable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943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