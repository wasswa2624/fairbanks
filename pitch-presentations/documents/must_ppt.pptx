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00800" cy="31089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UNIVERSITY PARTNERSHIP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6400800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Working with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6400800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for community health,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6400800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D99A2B"/>
                </a:solidFill>
                <a:latin typeface="Calibri"/>
              </a:rPr>
              <a:t>research, and grants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56616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4048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Introducing the FairBanks Community Health Intelligence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0624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(FCHIP)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0916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715000"/>
            <a:ext cx="7178040" cy="11430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870448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Prepared for Mbarara University of Science and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291072"/>
            <a:ext cx="6400800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E8DC"/>
                </a:solidFill>
                <a:latin typeface="Calibri"/>
              </a:rPr>
              <a:t>Kyebando–Kisalosalo, Kampala  ·  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94649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A1F2E"/>
                </a:solidFill>
                <a:latin typeface="Calibri"/>
              </a:rPr>
              <a:t>What we will cover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24712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73152" cy="70637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468755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68755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Why we are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863" y="1124712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6743" y="1325880"/>
            <a:ext cx="73152" cy="70637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7911" y="1468755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1143" y="1468755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16302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7470"/>
            <a:ext cx="73152" cy="70637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60345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760345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How Community Reach 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863" y="2416302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6743" y="2617470"/>
            <a:ext cx="73152" cy="70637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7911" y="2760345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43" y="2760345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What FCHIP 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07891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909059"/>
            <a:ext cx="73152" cy="70637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051934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051934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Why MUST is a strong fit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863" y="3707891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6743" y="3909059"/>
            <a:ext cx="73152" cy="70637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7911" y="4051934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143" y="4051934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How we can work together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999481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5200649"/>
            <a:ext cx="73152" cy="70637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343524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5343524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Joint research and grants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999481"/>
            <a:ext cx="5464911" cy="110871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6743" y="5200649"/>
            <a:ext cx="73152" cy="70637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7911" y="5343524"/>
            <a:ext cx="640080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1143" y="5343524"/>
            <a:ext cx="4139031" cy="420624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Next steps and invitation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Why we are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11185855" cy="7132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FairBanks Medical Centre seeks a practical partnership with MUST — linking a working clinic and community programmes with university teaching, research, innovation, and grant writing.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0239"/>
            <a:ext cx="11185855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" y="2084831"/>
            <a:ext cx="73152" cy="9692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84831"/>
            <a:ext cx="1054577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Share a living field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423159"/>
            <a:ext cx="10545775" cy="65836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A licensed medical centre and active community work in Kampala peri-urban areas.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64991"/>
            <a:ext cx="11185855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" y="3529584"/>
            <a:ext cx="73152" cy="9692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529584"/>
            <a:ext cx="1054577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Grow FCHIP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867911"/>
            <a:ext cx="10545775" cy="65836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Build and test the FairBanks Community Health Intelligence Platform with MUST scholars and students.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09744"/>
            <a:ext cx="11185855" cy="12984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4974336"/>
            <a:ext cx="73152" cy="969264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4974336"/>
            <a:ext cx="1054577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Win stronger grants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12664"/>
            <a:ext cx="10545775" cy="65836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Joint proposals that combine academic depth with real community and facility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51560"/>
            <a:ext cx="6492240" cy="50566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71016"/>
            <a:ext cx="5852159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A community medical centre in Kampala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73352"/>
            <a:ext cx="5852159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5852159" cy="3776471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Outpatient and inpatient care, emergency, diagnostics, and pharmacy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Maternal and child health, chronic care, and preventive services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Community Reach with CHWs / VHTs in nearby communities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Building FCHIP as our community health intelligence layer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640" b="640"/>
          <a:stretch>
            <a:fillRect/>
          </a:stretch>
        </p:blipFill>
        <p:spPr>
          <a:xfrm>
            <a:off x="7232903" y="1051560"/>
            <a:ext cx="4455871" cy="29328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32903" y="4112422"/>
            <a:ext cx="4455871" cy="1995769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071" y="4313590"/>
            <a:ext cx="4053535" cy="31089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4071" y="4679350"/>
            <a:ext cx="4053535" cy="1218529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Care close to where families live — and a base for learning and research.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CLINICAL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What the Medical Centre offers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Services listed on fairbanksmedicalcentre.org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8988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554480"/>
            <a:ext cx="73152" cy="7543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149961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General outpatient &amp; inpatient care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8594" y="138988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4898" y="1554480"/>
            <a:ext cx="73152" cy="7543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49961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24/7 emergency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4268" y="138988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0572" y="1554480"/>
            <a:ext cx="73152" cy="7543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3452" y="149961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Advanced diagnostics &amp; laboratory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0146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2766060"/>
            <a:ext cx="73152" cy="7543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271119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Internal medicine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8594" y="260146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44898" y="2766060"/>
            <a:ext cx="73152" cy="7543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7778" y="271119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Paediatrics &amp; child health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4268" y="260146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0572" y="2766060"/>
            <a:ext cx="73152" cy="7543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23452" y="271119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Obstetrics &amp; gynaecology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1304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" y="3977639"/>
            <a:ext cx="73152" cy="7543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392277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ENT &amp; ophthalmology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8594" y="381304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44898" y="3977639"/>
            <a:ext cx="73152" cy="7543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7778" y="392277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Urology &amp; men's health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4268" y="381304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40572" y="3977639"/>
            <a:ext cx="73152" cy="7543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3452" y="392277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Physiotherapy &amp; rehab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462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" y="5189220"/>
            <a:ext cx="73152" cy="7543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" y="513435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Retail pharmacy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8594" y="502462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44898" y="5189220"/>
            <a:ext cx="73152" cy="7543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27778" y="513435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Vaccination programmes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4268" y="5024628"/>
            <a:ext cx="3594506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0572" y="5189220"/>
            <a:ext cx="73152" cy="7543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23452" y="5134356"/>
            <a:ext cx="3119018" cy="86410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Community outreach &amp; screening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OPERATING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FairBanks Community 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How care, learning, and empowerment connect — FCHIP sits on Data &amp; Feedback.</a:t>
            </a:r>
          </a:p>
        </p:txBody>
      </p:sp>
      <p:pic>
        <p:nvPicPr>
          <p:cNvPr id="10" name="Picture 9" descr="concept_improved.jpeg"/>
          <p:cNvPicPr>
            <a:picLocks noChangeAspect="1"/>
          </p:cNvPicPr>
          <p:nvPr/>
        </p:nvPicPr>
        <p:blipFill>
          <a:blip r:embed="rId3"/>
          <a:srcRect t="20489" b="20489"/>
          <a:stretch>
            <a:fillRect/>
          </a:stretch>
        </p:blipFill>
        <p:spPr>
          <a:xfrm>
            <a:off x="502920" y="1389888"/>
            <a:ext cx="5816644" cy="47183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9020" y="1389888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67036" y="1517904"/>
            <a:ext cx="73152" cy="454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9916" y="1463040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1.  Community members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9020" y="2191512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7036" y="2319528"/>
            <a:ext cx="73152" cy="454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9916" y="2264664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2.  CHWs / VHTs — the bridge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9020" y="2993136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67036" y="3121152"/>
            <a:ext cx="73152" cy="454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49916" y="3066288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3.  Community Reach programmes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9020" y="3794760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036" y="3922776"/>
            <a:ext cx="73152" cy="454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9916" y="3867912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4.  FairBanks Medical Centre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9020" y="4596384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036" y="4724400"/>
            <a:ext cx="73152" cy="454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9916" y="4669536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5.  Research · partnerships · skills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9020" y="5398008"/>
            <a:ext cx="5149754" cy="7101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036" y="5526024"/>
            <a:ext cx="73152" cy="454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49916" y="5471160"/>
            <a:ext cx="4710842" cy="56388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6.  Economic empowerment &amp; CHIS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94649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11185855" cy="214884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34439"/>
            <a:ext cx="1045433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0454335" cy="4114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03120"/>
            <a:ext cx="10454335" cy="9144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FCHIP is FairBanks’ deep-tech platform. It brings together community and facility health data, then uses AI, GIS maps, and climate signals to spot risks early — so CHWs, clinics, and partners can act before problems grow.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46704"/>
            <a:ext cx="11185855" cy="31089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What FCHIP helps with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" y="3813048"/>
            <a:ext cx="1886041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959352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Disease early warning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3009" y="3703320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2737" y="3813048"/>
            <a:ext cx="1886041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6161" y="3959352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Maternal health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3098" y="3703320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2826" y="3813048"/>
            <a:ext cx="1886041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6250" y="3959352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NCD hotspots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3188" y="3703320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22916" y="3813048"/>
            <a:ext cx="1886041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6340" y="3959352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Child health signals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83277" y="3703320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3005" y="3813048"/>
            <a:ext cx="1886041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6429" y="3959352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Medicine demand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69764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5079492"/>
            <a:ext cx="1886041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225796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CHW / VHT mobile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3009" y="4969764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82737" y="5079492"/>
            <a:ext cx="1886041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46161" y="5225796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GIS risk mapping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3098" y="4969764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52826" y="5079492"/>
            <a:ext cx="1886041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6250" y="5225796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Climate–health links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3188" y="4969764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22916" y="5079492"/>
            <a:ext cx="1886041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86340" y="5225796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EMR / HMS data APIs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83277" y="4969764"/>
            <a:ext cx="2105497" cy="11384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93005" y="5079492"/>
            <a:ext cx="1886041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6429" y="5225796"/>
            <a:ext cx="1959193" cy="77266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Facility dashboards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From field data to early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Capture → intelligence → alerts and dashboards for people who can act.</a:t>
            </a:r>
          </a:p>
        </p:txBody>
      </p:sp>
      <p:pic>
        <p:nvPicPr>
          <p:cNvPr id="10" name="Picture 9" descr="dashboard_demo.png"/>
          <p:cNvPicPr>
            <a:picLocks noChangeAspect="1"/>
          </p:cNvPicPr>
          <p:nvPr/>
        </p:nvPicPr>
        <p:blipFill>
          <a:blip r:embed="rId3"/>
          <a:srcRect t="13087" b="13087"/>
          <a:stretch>
            <a:fillRect/>
          </a:stretch>
        </p:blipFill>
        <p:spPr>
          <a:xfrm>
            <a:off x="502920" y="1389888"/>
            <a:ext cx="5272649" cy="2595067"/>
          </a:xfrm>
          <a:prstGeom prst="rect">
            <a:avLst/>
          </a:prstGeom>
        </p:spPr>
      </p:pic>
      <p:pic>
        <p:nvPicPr>
          <p:cNvPr id="11" name="Picture 10" descr="gis_hotspots.png"/>
          <p:cNvPicPr>
            <a:picLocks noChangeAspect="1"/>
          </p:cNvPicPr>
          <p:nvPr/>
        </p:nvPicPr>
        <p:blipFill>
          <a:blip r:embed="rId4"/>
          <a:srcRect t="21619" b="21619"/>
          <a:stretch>
            <a:fillRect/>
          </a:stretch>
        </p:blipFill>
        <p:spPr>
          <a:xfrm>
            <a:off x="502920" y="4112971"/>
            <a:ext cx="5272649" cy="19952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76737" y="1389888"/>
            <a:ext cx="5712037" cy="47183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2769" y="1709928"/>
            <a:ext cx="5254837" cy="4215384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CHWs and VHTs collect data on mobile tools — including offline.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Clinics and hospitals can share records through secure data APIs.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Climate and GIS layers join health signals for earlier warning.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Dashboards help facilities and partners plan outreach and stock.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MUST can help validate models, study impact, and train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FIT WITH 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Why MUST is a strong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Drawn from MUST’s published faculties, programmes, and innovation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89888"/>
            <a:ext cx="5519775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" y="1591056"/>
            <a:ext cx="73152" cy="18836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971135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Faculty of Health Sciences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67128"/>
            <a:ext cx="4971135" cy="12801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Training doctors, nurses, pharmacists, lab scientists, and physiotherapists since 1989 — with COBERS community learning.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999" y="1389888"/>
            <a:ext cx="5519775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33591" y="1591056"/>
            <a:ext cx="73152" cy="18836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4759" y="1645920"/>
            <a:ext cx="4971135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Department of Community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4759" y="2167128"/>
            <a:ext cx="4971135" cy="12801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Public health training (including MPH), epidemiology, maternal and child health, NCDs, and health systems research.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22191"/>
            <a:ext cx="5519775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4023359"/>
            <a:ext cx="73152" cy="1883664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78224"/>
            <a:ext cx="4971135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Computing &amp;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9431"/>
            <a:ext cx="4971135" cy="12801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Faculty of Computing and Informatics, CITT, and CAMTech Uganda — natural homes for digital health and FCHIP.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8999" y="3822191"/>
            <a:ext cx="5519775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33591" y="4023359"/>
            <a:ext cx="73152" cy="1883664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4759" y="4078224"/>
            <a:ext cx="4971135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Grant and research 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4759" y="4599431"/>
            <a:ext cx="4971135" cy="12801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Long record of partnered research with MoH, districts, and global universities — useful for joint proposals.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94649" cy="53035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A1F2E"/>
                </a:solidFill>
                <a:latin typeface="Calibri"/>
              </a:rPr>
              <a:t>How we can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118585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Five clear areas for collaboration between MUST and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39"/>
            <a:ext cx="11185855" cy="84124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32203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32203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1581911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Teaching &amp; placements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874519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COBERS-style learning, clinical attachments, and supervised field 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14015"/>
            <a:ext cx="11185855" cy="84124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2583179"/>
            <a:ext cx="502920" cy="502920"/>
          </a:xfrm>
          <a:prstGeom prst="roundRect">
            <a:avLst>
              <a:gd name="adj" fmla="val 9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583179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532887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Joint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2825495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Community health, digital health, climate–health, MCH, and NCDs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11185855" cy="84124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34156"/>
            <a:ext cx="502920" cy="502920"/>
          </a:xfrm>
          <a:prstGeom prst="roundRect">
            <a:avLst>
              <a:gd name="adj" fmla="val 9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34156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483863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 programmes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776472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Camps, school health, screening, and VHT-linked outreach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15968"/>
            <a:ext cx="11185855" cy="84124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485131"/>
            <a:ext cx="502920" cy="502920"/>
          </a:xfrm>
          <a:prstGeom prst="roundRect">
            <a:avLst>
              <a:gd name="adj" fmla="val 9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85131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4434840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FCHIP co-development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727448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AI, GIS, mobile tools, and dashboards with Computing &amp; CITT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66944"/>
            <a:ext cx="11185855" cy="841247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" y="5436107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36107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5385816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Joint grants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6464" y="5678424"/>
            <a:ext cx="10024567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Shared concept notes, MoUs, and competitive funding bids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Learning that matches COBERS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Students learn by doing — while communities receive useful care and follow-up.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13845" b="13845"/>
          <a:stretch>
            <a:fillRect/>
          </a:stretch>
        </p:blipFill>
        <p:spPr>
          <a:xfrm>
            <a:off x="502920" y="1389888"/>
            <a:ext cx="4698059" cy="2264785"/>
          </a:xfrm>
          <a:prstGeom prst="rect">
            <a:avLst/>
          </a:prstGeom>
        </p:spPr>
      </p:pic>
      <p:pic>
        <p:nvPicPr>
          <p:cNvPr id="11" name="Picture 10" descr="clinic_consult_compassion_01.jpg"/>
          <p:cNvPicPr>
            <a:picLocks noChangeAspect="1"/>
          </p:cNvPicPr>
          <p:nvPr/>
        </p:nvPicPr>
        <p:blipFill>
          <a:blip r:embed="rId4"/>
          <a:srcRect t="12854" b="12854"/>
          <a:stretch>
            <a:fillRect/>
          </a:stretch>
        </p:blipFill>
        <p:spPr>
          <a:xfrm>
            <a:off x="502920" y="3782689"/>
            <a:ext cx="4698059" cy="232550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20435" y="1389888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48451" y="1499616"/>
            <a:ext cx="73152" cy="30632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1331" y="1426464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Medicine &amp; family medicine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20435" y="1988819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48451" y="2098548"/>
            <a:ext cx="73152" cy="30632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31331" y="2025395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Nursing &amp; midwifery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20435" y="2587752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48451" y="2697480"/>
            <a:ext cx="73152" cy="30632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1331" y="2624328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Public health / MPH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20435" y="3186684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48451" y="3296412"/>
            <a:ext cx="73152" cy="30632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31331" y="3223260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Pharmacy &amp; laboratory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20435" y="3785615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48451" y="3895344"/>
            <a:ext cx="73152" cy="30632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1331" y="3822191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Physiotherapy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20435" y="4384548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48451" y="4494276"/>
            <a:ext cx="73152" cy="30632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1331" y="4421124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Computing &amp; informatics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20435" y="4983479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48451" y="5093207"/>
            <a:ext cx="73152" cy="30632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31331" y="5020055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Business &amp;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20435" y="5582411"/>
            <a:ext cx="6268340" cy="5257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48451" y="5692139"/>
            <a:ext cx="73152" cy="30632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31331" y="5618987"/>
            <a:ext cx="5829428" cy="452627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Interdisciplinary studies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Research themes we can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Aligned with Community Health, maternal–child health, and digital innovation at MUST.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89888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" y="1536192"/>
            <a:ext cx="73152" cy="80467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1481328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Community health systems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1389888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8802" y="1536192"/>
            <a:ext cx="73152" cy="80467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1682" y="1481328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Maternal &amp; child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2076" y="1389888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8380" y="1536192"/>
            <a:ext cx="73152" cy="80467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260" y="1481328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96896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" y="2743200"/>
            <a:ext cx="73152" cy="80467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2688336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Disease surveillance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2498" y="2596896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8802" y="2743200"/>
            <a:ext cx="73152" cy="80467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1682" y="2688336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Climate and health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2076" y="2596896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8380" y="2743200"/>
            <a:ext cx="73152" cy="80467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2688336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CHW / VHT effectiveness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03904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" y="3950208"/>
            <a:ext cx="73152" cy="80467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3895344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Digital health &amp;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2498" y="3803904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8802" y="3950208"/>
            <a:ext cx="73152" cy="80467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1682" y="3895344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GIS &amp; risk mapping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2076" y="3803904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8380" y="3950208"/>
            <a:ext cx="73152" cy="80467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1260" y="3895344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Medicine demand forecasting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10912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" y="5157216"/>
            <a:ext cx="73152" cy="80467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" y="5102351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Health equity &amp; urban poor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2498" y="5010912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38802" y="5157216"/>
            <a:ext cx="73152" cy="80467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21682" y="5102351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CHIS &amp; financial protection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82076" y="5010912"/>
            <a:ext cx="3606698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8380" y="5157216"/>
            <a:ext cx="73152" cy="80467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1260" y="5102351"/>
            <a:ext cx="3131210" cy="9144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Quality improvement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Joint grants and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Together we write stronger proposals — clinic + community + university science.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89888"/>
            <a:ext cx="6031519" cy="47183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528599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What we can pursue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528599" cy="3712464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Research grants on community health intelligence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Climate–health and early warning pilots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Maternal, child, and NCD programme studies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Digital health / AI innovation awards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NGO and development partner M&amp;E contracts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•  Capacity-building and training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53895" y="1389888"/>
            <a:ext cx="4934879" cy="4718304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9927" y="1709928"/>
            <a:ext cx="4422815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Why funders listen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9927" y="2258568"/>
            <a:ext cx="4422815" cy="35295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MUST brings research quality, ethics, and student power.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FairBanks brings a licensed facility, Community Reach, and a working FCHIP MVP.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That mix lowers risk and raises impact for grant reviewers.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IN THE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Community work already underway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50976"/>
            <a:ext cx="1118585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Outreach, screening, and education in Kampala peri-urban communities.</a:t>
            </a:r>
          </a:p>
        </p:txBody>
      </p:sp>
      <p:pic>
        <p:nvPicPr>
          <p:cNvPr id="10" name="Picture 9" descr="outreach_medical_camp_01.jpg"/>
          <p:cNvPicPr>
            <a:picLocks noChangeAspect="1"/>
          </p:cNvPicPr>
          <p:nvPr/>
        </p:nvPicPr>
        <p:blipFill>
          <a:blip r:embed="rId3"/>
          <a:srcRect l="8926" r="8926"/>
          <a:stretch>
            <a:fillRect/>
          </a:stretch>
        </p:blipFill>
        <p:spPr>
          <a:xfrm>
            <a:off x="502920" y="1389888"/>
            <a:ext cx="3606698" cy="2925348"/>
          </a:xfrm>
          <a:prstGeom prst="rect">
            <a:avLst/>
          </a:prstGeom>
        </p:spPr>
      </p:pic>
      <p:pic>
        <p:nvPicPr>
          <p:cNvPr id="11" name="Picture 10" descr="outreach_audience_full_group_01.jpg"/>
          <p:cNvPicPr>
            <a:picLocks noChangeAspect="1"/>
          </p:cNvPicPr>
          <p:nvPr/>
        </p:nvPicPr>
        <p:blipFill>
          <a:blip r:embed="rId4"/>
          <a:srcRect l="8903" r="8903"/>
          <a:stretch>
            <a:fillRect/>
          </a:stretch>
        </p:blipFill>
        <p:spPr>
          <a:xfrm>
            <a:off x="4292498" y="1389888"/>
            <a:ext cx="3606698" cy="2925348"/>
          </a:xfrm>
          <a:prstGeom prst="rect">
            <a:avLst/>
          </a:prstGeom>
        </p:spPr>
      </p:pic>
      <p:pic>
        <p:nvPicPr>
          <p:cNvPr id="12" name="Picture 11" descr="bloom_maternal_health_participant_01.jpg"/>
          <p:cNvPicPr>
            <a:picLocks noChangeAspect="1"/>
          </p:cNvPicPr>
          <p:nvPr/>
        </p:nvPicPr>
        <p:blipFill>
          <a:blip r:embed="rId5"/>
          <a:srcRect l="8899" r="8899"/>
          <a:stretch>
            <a:fillRect/>
          </a:stretch>
        </p:blipFill>
        <p:spPr>
          <a:xfrm>
            <a:off x="8082076" y="1389888"/>
            <a:ext cx="3606698" cy="29253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02920" y="4461540"/>
            <a:ext cx="3606698" cy="164665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552980"/>
            <a:ext cx="3314090" cy="1463771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Medical camps &amp; screening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498" y="4461540"/>
            <a:ext cx="3606698" cy="164665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8802" y="4552980"/>
            <a:ext cx="3314090" cy="1463771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 education sessions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4461540"/>
            <a:ext cx="3606698" cy="164665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8380" y="4552980"/>
            <a:ext cx="3314090" cy="1463771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Maternal &amp; child health focus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51560"/>
            <a:ext cx="2659303" cy="50566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051560"/>
            <a:ext cx="2659303" cy="105156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34439"/>
            <a:ext cx="2366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554480"/>
            <a:ext cx="2366695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Meet &amp;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331720"/>
            <a:ext cx="2403271" cy="3593591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Introductory briefing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Map shared priorities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Form a small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5103" y="1051560"/>
            <a:ext cx="2659303" cy="50566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5103" y="1051560"/>
            <a:ext cx="2659303" cy="105156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1407" y="1234439"/>
            <a:ext cx="2366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1407" y="1554480"/>
            <a:ext cx="2366695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Formalise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4831" y="2331720"/>
            <a:ext cx="2403271" cy="3593591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Draft and sign MoU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Pick 2–3 pilot projects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Agree ethics &amp; data 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1051560"/>
            <a:ext cx="2659303" cy="50566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1051560"/>
            <a:ext cx="2659303" cy="105156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3591" y="1234439"/>
            <a:ext cx="2366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591" y="1554480"/>
            <a:ext cx="2366695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7015" y="2331720"/>
            <a:ext cx="2403271" cy="3593591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Joint research starts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First grant submissions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471" y="1051560"/>
            <a:ext cx="2659303" cy="50566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471" y="1051560"/>
            <a:ext cx="2659303" cy="105156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5775" y="1234439"/>
            <a:ext cx="2366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5775" y="1554480"/>
            <a:ext cx="2366695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Learn &amp; grow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9199" y="2331720"/>
            <a:ext cx="2403271" cy="3593591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Review results together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Publish and share lessons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Scale what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0177" y="164592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329" y="237744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82880"/>
            <a:ext cx="9894649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0624"/>
            <a:ext cx="9894649" cy="47548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What we invite MUST to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51560"/>
            <a:ext cx="11185855" cy="116814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051560"/>
            <a:ext cx="1005840" cy="116814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051560"/>
            <a:ext cx="1005840" cy="1168145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216151"/>
            <a:ext cx="976853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Host a planning meeting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554480"/>
            <a:ext cx="9768535" cy="528065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Leadership, Faculty of Health Sciences, Community Health, Computing / CITT.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47722"/>
            <a:ext cx="11185855" cy="116814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347722"/>
            <a:ext cx="1005840" cy="116814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47722"/>
            <a:ext cx="1005840" cy="1168145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512314"/>
            <a:ext cx="976853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Agree a partnership MoU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850641"/>
            <a:ext cx="9768535" cy="528065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Clear roles for teaching, research, community work, and FCHIP.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43884"/>
            <a:ext cx="11185855" cy="116814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43884"/>
            <a:ext cx="1005840" cy="116814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43884"/>
            <a:ext cx="1005840" cy="1168145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808476"/>
            <a:ext cx="976853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Pick first pilots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146804"/>
            <a:ext cx="9768535" cy="528065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One teaching track, one research track, one grant concept.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40046"/>
            <a:ext cx="11185855" cy="116814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940046"/>
            <a:ext cx="1005840" cy="116814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940046"/>
            <a:ext cx="1005840" cy="1168145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04638"/>
            <a:ext cx="9768535" cy="32918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Nominate focal persons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442966"/>
            <a:ext cx="9768535" cy="528065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A small joint team to keep work moving.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44652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9672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55" y="6519672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00800" cy="31089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6400800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Let us build healthier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6400800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communities — and stronger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6400800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99A2B"/>
                </a:solidFill>
                <a:latin typeface="Calibri"/>
              </a:rPr>
              <a:t>science — together.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8328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6400800" cy="6400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FairBanks Medical Centre invites Mbarara University of Science and Technology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to partner on Community Reach, FCHIP, and joint grants.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8912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92040"/>
            <a:ext cx="6309360" cy="150876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585216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13248"/>
            <a:ext cx="5852160" cy="8229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info@fairbanksmedicalcentre.org  ·  +256 748 319 052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