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1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UNIVERSITY PARTNERSHIP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Working with MUST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for community health,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D99A2B"/>
                </a:solidFill>
                <a:latin typeface="Calibri"/>
              </a:rPr>
              <a:t>research, and grants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E8DC"/>
                </a:solidFill>
                <a:latin typeface="Calibri"/>
              </a:rPr>
              <a:t>Introducing FCHIP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15968"/>
            <a:ext cx="6400800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9A2B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715000"/>
            <a:ext cx="7178040" cy="1143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870448"/>
            <a:ext cx="640080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Prepared for Mbarara University of Science and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6400800" cy="32004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4E8DC"/>
                </a:solidFill>
                <a:latin typeface="Calibri"/>
              </a:rPr>
              <a:t>Kyebando–Kisalosalo, Kampala  ·  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Purpose: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we are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FairBanks Medical Centre seeks a practical partnership with MUST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linking a working clinic and community programmes with university teaching,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research, innovation, and grant writing.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322576"/>
            <a:ext cx="91440" cy="944879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Share a living field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A licensed medical centre and active community work in Kampala peri-urban 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3488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" y="3651504"/>
            <a:ext cx="91440" cy="944879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3216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Grow FCHIP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3840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Build and test the Community Health Intelligence Platform with MUST scholars and students.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52416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980432"/>
            <a:ext cx="91440" cy="944879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62144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Win stronger grants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82768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Joint proposals that combine academic depth with real community and facility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2  /  10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Who we are: </a:t>
            </a:r>
            <a:r>
              <a:rPr sz="2800" b="1">
                <a:solidFill>
                  <a:srgbClr val="0A1F2E"/>
                </a:solidFill>
                <a:latin typeface="Calibri"/>
              </a:rPr>
              <a:t>About FairBanks Medical Centre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6537960" cy="50932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589788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A community medical centre in Kampala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89788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897880" cy="3721608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Located in Kyebando–Kisalosalo, Kampala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Outpatient &amp; inpatient care, emergency, diagnostics, pharmacy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Maternal and child health, chronic care, prevention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Community Reach with CHWs / VHTs nearby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Building FCHIP as our health intelligence layer</a:t>
            </a:r>
          </a:p>
        </p:txBody>
      </p:sp>
      <p:pic>
        <p:nvPicPr>
          <p:cNvPr id="12" name="Picture 11" descr="facility_exterior_entrance_01.jpg"/>
          <p:cNvPicPr>
            <a:picLocks noChangeAspect="1"/>
          </p:cNvPicPr>
          <p:nvPr/>
        </p:nvPicPr>
        <p:blipFill>
          <a:blip r:embed="rId3"/>
          <a:srcRect l="232" r="232"/>
          <a:stretch>
            <a:fillRect/>
          </a:stretch>
        </p:blipFill>
        <p:spPr>
          <a:xfrm>
            <a:off x="7278624" y="960120"/>
            <a:ext cx="4410151" cy="29540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78624" y="4042196"/>
            <a:ext cx="4410151" cy="2011131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225076"/>
            <a:ext cx="4007815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590836"/>
            <a:ext cx="4007815" cy="1279611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Care close to where families live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and a base for learning and research.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3  /  10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Operating model: </a:t>
            </a:r>
            <a:r>
              <a:rPr sz="2800" b="1">
                <a:solidFill>
                  <a:srgbClr val="0A1F2E"/>
                </a:solidFill>
                <a:latin typeface="Calibri"/>
              </a:rPr>
              <a:t>FairBanks Community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How care, learning, and empowerment connect. FCHIP supports Data &amp;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Communities name needs and own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5695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CHWs / VHTs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5695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The bridge — outreach, referrals, and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programmes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Screening, education, maternal &amp; child 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575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5695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Medical Centre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695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Clinical care, diagnostics, pharmacy,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Research &amp;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Evidence, partners, training, and learning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5575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5695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Empowerment &amp; CHIS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5695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Livelihoods and affordable shared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4  /  10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What is FCHIP?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69210" cy="509320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472913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FCHIP stands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472913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729130" cy="21945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FCHIP brings community and facility health data together.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It uses AI, GIS maps, and climate signals to spot risks early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so CHWs, clinics, and partners can act sooner.</a:t>
            </a:r>
          </a:p>
        </p:txBody>
      </p:sp>
      <p:pic>
        <p:nvPicPr>
          <p:cNvPr id="12" name="Picture 11" descr="dashboard_demo.png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6091586" y="960120"/>
            <a:ext cx="5597188" cy="28012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1586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1314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Disease early warning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4188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3916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Maternal health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1586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1314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NCD &amp; child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4188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916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CHW mobile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1586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1314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GIS &amp; climate links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4188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3916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Facility dashboards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5  /  10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Fit with MUST: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MUST is a strong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Drawn from MUST’s published faculties, programmes, and innovation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499616"/>
            <a:ext cx="91440" cy="18928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Faculty of Health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Doctors, nurses, pharmacists, lab scientists, and physiotherapists — with COBERS community learning since 1989.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2735" y="1499616"/>
            <a:ext cx="91440" cy="18928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Department of Community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9623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MPH, epidemiology, maternal and child health, NCDs, and health systems research.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959352"/>
            <a:ext cx="91440" cy="18928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Computing &amp; 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Faculty of Computing and Informatics, CITT, and CAMTech Uganda — a natural home for FCHIP.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2735" y="3959352"/>
            <a:ext cx="91440" cy="18928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9623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Grant and research 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623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Long record of partnered research with MoH, districts, and global universities.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6  /  10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How we can work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33272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200607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200607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1274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Teaching &amp; placements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474927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COBERS-style learning, clinical attachments, and supervised field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62886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2230221"/>
            <a:ext cx="566928" cy="566928"/>
          </a:xfrm>
          <a:prstGeom prst="roundRect">
            <a:avLst>
              <a:gd name="adj" fmla="val 9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30221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157069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04541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Community health, digital health, climate–health, MCH, and NCDs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92500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" y="3259835"/>
            <a:ext cx="566928" cy="566928"/>
          </a:xfrm>
          <a:prstGeom prst="roundRect">
            <a:avLst>
              <a:gd name="adj" fmla="val 9000"/>
            </a:avLst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59835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186683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Community programmes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5341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Camps, school health, screening, and VHT-linked outreach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22115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4289450"/>
            <a:ext cx="566928" cy="566928"/>
          </a:xfrm>
          <a:prstGeom prst="roundRect">
            <a:avLst>
              <a:gd name="adj" fmla="val 9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89450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216298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FCHIP co-development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563770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AI, GIS, mobile tools, and dashboards with Computing &amp; CITT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51729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" y="531906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319064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245912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grants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593384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Shared concept notes, MoUs, and competitive funding bids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7  /  10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Funding &amp; science: </a:t>
            </a:r>
            <a:r>
              <a:rPr sz="2800" b="1">
                <a:solidFill>
                  <a:srgbClr val="0A1F2E"/>
                </a:solidFill>
                <a:latin typeface="Calibri"/>
              </a:rPr>
              <a:t>Joint research and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Together we write stronger proposals — clinic + community + university science.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702527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5153887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can pursue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5153887" cy="3703320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Community health intelligence research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Climate–health and early warning pilots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Maternal, child, and NCD studies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Digital health / AI innovation awards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Partner M&amp;E and capacity-building grants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4903" y="1298448"/>
            <a:ext cx="5263871" cy="475488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7511" y="1618488"/>
            <a:ext cx="46786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9A2B"/>
                </a:solidFill>
                <a:latin typeface="Calibri"/>
              </a:rPr>
              <a:t>Why funders listen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7511" y="2212848"/>
            <a:ext cx="4678655" cy="34747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MUST brings research quality, ethics, and student power.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FairBanks brings a licensed facility, Community Reach, and a working FCHIP MVP.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That mix lowers risk and raises impact for grant reviewers.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8  /  10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Next steps: </a:t>
            </a:r>
            <a:r>
              <a:rPr sz="2800" b="1">
                <a:solidFill>
                  <a:srgbClr val="0A1F2E"/>
                </a:solidFill>
                <a:latin typeface="Calibri"/>
              </a:rPr>
              <a:t>Roadmap and invitation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2673019" cy="8686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Meet &amp;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Briefing · shared priorities · working 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0531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0531" y="960120"/>
            <a:ext cx="2673019" cy="8686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8547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547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MoU · 2–3 pilots · ethics &amp; data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960120"/>
            <a:ext cx="2673019" cy="86868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159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6159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Placements · research · first grant bids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755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755" y="960120"/>
            <a:ext cx="2673019" cy="8686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771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771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1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Review · publish · scale what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10128"/>
            <a:ext cx="11185855" cy="27431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56432"/>
            <a:ext cx="10545775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invite MUST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58768"/>
            <a:ext cx="10545775" cy="2057399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Host a planning meeting with Health Sciences, Community Health, and Computing / CITT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Agree a partnership MoU with clear roles for teaching, research, and FCHIP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Pick first pilots: one teaching track, one research track, one grant concept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9  /  10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2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INVITATION TO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Let us build healthier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communities — and stronger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science —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6400800" cy="7315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FairBanks Medical Centre invites Mbarara University of Science and Technology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to partner on Community Reach, FCHIP, and joint grants.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6309360" cy="141732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02352"/>
            <a:ext cx="585216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9A2B"/>
                </a:solidFill>
                <a:latin typeface="Calibri"/>
              </a:rPr>
              <a:t>Institutional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68112"/>
            <a:ext cx="585216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Kyebando–Kisalosalo, Tirupati Road, Kampala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info@fairbanksmedicalcentre.org  ·  +256 748 319 052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