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1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00800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INSTITUTIONAL PARTNERSHIP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40080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Working with UVRI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for viral research,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D99A2B"/>
                </a:solidFill>
                <a:latin typeface="Calibri"/>
              </a:rPr>
              <a:t>surveillance, and grants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640080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E8DC"/>
                </a:solidFill>
                <a:latin typeface="Calibri"/>
              </a:rPr>
              <a:t>Introducing FCHIP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15968"/>
            <a:ext cx="6400800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9A2B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715000"/>
            <a:ext cx="7178040" cy="11430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870448"/>
            <a:ext cx="6400800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Prepared for Uganda Virus Research Institute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91072"/>
            <a:ext cx="6400800" cy="32004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4E8DC"/>
                </a:solidFill>
                <a:latin typeface="Calibri"/>
              </a:rPr>
              <a:t>Kyebando–Kisalosalo, Kampala  ·  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Purpose: </a:t>
            </a:r>
            <a:r>
              <a:rPr sz="2800" b="1">
                <a:solidFill>
                  <a:srgbClr val="0A1F2E"/>
                </a:solidFill>
                <a:latin typeface="Calibri"/>
              </a:rPr>
              <a:t>Why we are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FairBanks Medical Centre seeks a practical partnership with UVRI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linking community and clinic health signals to viral surveillance,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epidemiology, and climate-aware early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322576"/>
            <a:ext cx="91440" cy="944879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Connect last-mile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CHW/VHT and clinic reports that can complement UVRI surveillance networks.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3488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" y="3651504"/>
            <a:ext cx="91440" cy="944879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33216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Fuse climate and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53840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Use FCHIP GIS and climate feeds with UVRI arbovirus and outbreak science.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52416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980432"/>
            <a:ext cx="91440" cy="944879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62144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Co-develop grant concepts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82768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Pair Entebbe laboratory excellence with a live Kampala community site.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2  /  10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Who we are: </a:t>
            </a:r>
            <a:r>
              <a:rPr sz="2800" b="1">
                <a:solidFill>
                  <a:srgbClr val="0A1F2E"/>
                </a:solidFill>
                <a:latin typeface="Calibri"/>
              </a:rPr>
              <a:t>About FairBanks Medical Centre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6537960" cy="50932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589788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A community medical centre in Kampala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897880" cy="310896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45C26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5897880" cy="3721608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Located in Kyebando–Kisalosalo, Kampala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Outpatient &amp; inpatient care, emergency, diagnostics, pharmacy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Maternal and child health, chronic care, prevention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Community Reach with CHWs / VHTs nearby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Building FCHIP as our health intelligence layer</a:t>
            </a:r>
          </a:p>
        </p:txBody>
      </p:sp>
      <p:pic>
        <p:nvPicPr>
          <p:cNvPr id="12" name="Picture 11" descr="facility_exterior_entrance_01.jpg"/>
          <p:cNvPicPr>
            <a:picLocks noChangeAspect="1"/>
          </p:cNvPicPr>
          <p:nvPr/>
        </p:nvPicPr>
        <p:blipFill>
          <a:blip r:embed="rId3"/>
          <a:srcRect l="232" r="232"/>
          <a:stretch>
            <a:fillRect/>
          </a:stretch>
        </p:blipFill>
        <p:spPr>
          <a:xfrm>
            <a:off x="7278624" y="960120"/>
            <a:ext cx="4410151" cy="29540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78624" y="4042196"/>
            <a:ext cx="4410151" cy="2011131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225076"/>
            <a:ext cx="4007815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590836"/>
            <a:ext cx="4007815" cy="1279611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Care close to where families live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and a base for learning and research.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3  /  10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Operating model: </a:t>
            </a:r>
            <a:r>
              <a:rPr sz="2800" b="1">
                <a:solidFill>
                  <a:srgbClr val="0A1F2E"/>
                </a:solidFill>
                <a:latin typeface="Calibri"/>
              </a:rPr>
              <a:t>FairBanks Community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How care, learning, and empowerment connect. FCHIP supports Data &amp;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777240" cy="14752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536192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Community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29967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Communities name needs and own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1298448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298448"/>
            <a:ext cx="777240" cy="147523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5575" y="1298448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5695" y="1536192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CHWs / VHTs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5695" y="2029967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The bridge — outreach, referrals, and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38271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938271"/>
            <a:ext cx="777240" cy="147523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38271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76015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Community programmes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69791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Screening, education, maternal &amp; child care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5575" y="2938271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5575" y="2938271"/>
            <a:ext cx="777240" cy="14752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5575" y="2938271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5695" y="3176015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Medical Centre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5695" y="3669791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Clinical care, diagnostics, pharmacy, follow-up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78095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578095"/>
            <a:ext cx="777240" cy="147523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78095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15839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Research &amp;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09615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Evidence, partners, training, and learning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5575" y="4578095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5575" y="4578095"/>
            <a:ext cx="777240" cy="147523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5575" y="4578095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5695" y="4815839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Empowerment &amp; CHIS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5695" y="5309615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Livelihoods and affordable shared protection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4  /  10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19456"/>
            <a:ext cx="9845942" cy="56692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1F2E"/>
                </a:solidFill>
                <a:latin typeface="Calibri"/>
              </a:rPr>
              <a:t>What is FCHIP?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69210" cy="509320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4729130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FCHIP stands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4729130" cy="8229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729130" cy="21945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FCHIP brings community and facility health data together.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It uses AI, GIS maps, and climate signals to spot risks early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so CHWs, clinics, and partners can act sooner.</a:t>
            </a:r>
          </a:p>
        </p:txBody>
      </p:sp>
      <p:pic>
        <p:nvPicPr>
          <p:cNvPr id="12" name="Picture 11" descr="dashboard_demo.png"/>
          <p:cNvPicPr>
            <a:picLocks noChangeAspect="1"/>
          </p:cNvPicPr>
          <p:nvPr/>
        </p:nvPicPr>
        <p:blipFill>
          <a:blip r:embed="rId3"/>
          <a:srcRect t="12464" b="12464"/>
          <a:stretch>
            <a:fillRect/>
          </a:stretch>
        </p:blipFill>
        <p:spPr>
          <a:xfrm>
            <a:off x="6091586" y="960120"/>
            <a:ext cx="5597188" cy="28012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1586" y="3907688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1314" y="3980840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Fever cluster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4188" y="3907688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3916" y="3980840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Arbovirus risk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1586" y="4659477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1314" y="4732629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Climate–virus links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4188" y="4659477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916" y="4732629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CHW field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1586" y="5411266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1314" y="5484418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Outbreak dashboards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4188" y="5411266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3916" y="5484418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Partner reporting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5  /  10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Fit with UVRI: </a:t>
            </a:r>
            <a:r>
              <a:rPr sz="2800" b="1">
                <a:solidFill>
                  <a:srgbClr val="0A1F2E"/>
                </a:solidFill>
                <a:latin typeface="Calibri"/>
              </a:rPr>
              <a:t>Why UVRI is a strong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Based on UVRI’s public mandate, departments, and MoH / WHO-linked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499616"/>
            <a:ext cx="91440" cy="18928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Viral research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Government biomedical institute in Entebbe focused on viral diseases and public health labs.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1298448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2735" y="1499616"/>
            <a:ext cx="91440" cy="18928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623" y="1554480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Surveillance &amp; epidemiology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9623" y="2167128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Outbreak investigation, sentinel surveillance, risk assessment, and public health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58184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959352"/>
            <a:ext cx="91440" cy="189280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14216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Arbovirology &amp; climate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Strong fit for climate-sensitive viral risk mapped through FCHIP’s GIS and climate APIs.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143" y="3758184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2735" y="3959352"/>
            <a:ext cx="91440" cy="18928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9623" y="4014216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Policy &amp; capacity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9623" y="4626864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WHO-linked reference work, training, and advice that help turn evidence into practice.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6  /  10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19456"/>
            <a:ext cx="9845942" cy="56692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1F2E"/>
                </a:solidFill>
                <a:latin typeface="Calibri"/>
              </a:rPr>
              <a:t>How we can work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33272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200607"/>
            <a:ext cx="566928" cy="56692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200607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127455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Surveillance linkage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474927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Community fever and symptom clusters feeding viral risk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62886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" y="2230221"/>
            <a:ext cx="566928" cy="566928"/>
          </a:xfrm>
          <a:prstGeom prst="roundRect">
            <a:avLst>
              <a:gd name="adj" fmla="val 9000"/>
            </a:avLst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30221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157069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Joint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04541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Arbovirus, outbreak, and climate–health studies with field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92500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" y="3259835"/>
            <a:ext cx="566928" cy="566928"/>
          </a:xfrm>
          <a:prstGeom prst="roundRect">
            <a:avLst>
              <a:gd name="adj" fmla="val 9000"/>
            </a:avLst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59835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186683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Diagnostics pathway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534155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Clear referral and sample pathways from clinic/outreach to UVRI expertise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22115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4289450"/>
            <a:ext cx="566928" cy="566928"/>
          </a:xfrm>
          <a:prstGeom prst="roundRect">
            <a:avLst>
              <a:gd name="adj" fmla="val 9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89450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4216298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FCHIP early 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563770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GIS, climate, and AI risk scores aligned to UVRI surveillance needs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51729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4088" y="5319064"/>
            <a:ext cx="566928" cy="56692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319064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5245912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Joint grants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5593384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Shared proposals for viral surveillance, capacity building, and innovation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7  /  10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Funding &amp; science: </a:t>
            </a:r>
            <a:r>
              <a:rPr sz="2800" b="1">
                <a:solidFill>
                  <a:srgbClr val="0A1F2E"/>
                </a:solidFill>
                <a:latin typeface="Calibri"/>
              </a:rPr>
              <a:t>Joint research and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UVRI viral science + FairBanks community capture — ready for surveillance funders.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702527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5153887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What we can pursue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5153887" cy="3703320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Community-linked viral early warning pilots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Climate-sensitive arbovirus risk mapping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Outbreak preparedness and response studies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Surveillance data systems and analytics grants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Training and research capacity awards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4903" y="1298448"/>
            <a:ext cx="5263871" cy="475488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7511" y="1618488"/>
            <a:ext cx="46786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9A2B"/>
                </a:solidFill>
                <a:latin typeface="Calibri"/>
              </a:rPr>
              <a:t>Why funders listen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7511" y="2212848"/>
            <a:ext cx="4678655" cy="34747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UVRI brings laboratory excellence, epidemiology, and national viral mandate.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FairBanks brings a licensed facility, Community Reach, and a working FCHIP MVP.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Funders get both deep viral science and real community signal capture.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8  /  10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Next steps: </a:t>
            </a:r>
            <a:r>
              <a:rPr sz="2800" b="1">
                <a:solidFill>
                  <a:srgbClr val="0A1F2E"/>
                </a:solidFill>
                <a:latin typeface="Calibri"/>
              </a:rPr>
              <a:t>Roadmap and invitation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2673019" cy="8686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Meet &amp;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Briefing · shared priorities · working group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0531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0531" y="960120"/>
            <a:ext cx="2673019" cy="8686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8547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8547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Formalise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8547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MoU · 2–3 pilots · ethics &amp; data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960120"/>
            <a:ext cx="2673019" cy="86868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6159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6159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6159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Joint work starts · first grant bids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755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5755" y="960120"/>
            <a:ext cx="2673019" cy="8686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771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771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771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Review · publish · scale what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10128"/>
            <a:ext cx="11185855" cy="27431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456432"/>
            <a:ext cx="10545775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What we invite UVRI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58768"/>
            <a:ext cx="10545775" cy="2057399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Host a planning meeting with Epidemiology, Arbovirology, and partnerships leads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Agree an MoU for surveillance linkage, joint research, and FCHIP early warning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Pick first pilots: one surveillance track, one climate–arbovirus track, one grant concept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9  /  10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2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00800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INVITATION TO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Let us build healthier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communities — and stronger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D99A2B"/>
                </a:solidFill>
                <a:latin typeface="Calibri"/>
              </a:rPr>
              <a:t>science —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6400800" cy="7315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FairBanks Medical Centre invites Uganda Virus Research Institute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to partner on Community Reach, FCHIP, and joint grants.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83480"/>
            <a:ext cx="6309360" cy="141732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02352"/>
            <a:ext cx="5852160" cy="310896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9A2B"/>
                </a:solidFill>
                <a:latin typeface="Calibri"/>
              </a:rPr>
              <a:t>Institutional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68112"/>
            <a:ext cx="5852160" cy="8229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Kyebando–Kisalosalo, Tirupati Road, Kampala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info@fairbanksmedicalcentre.org  ·  +256 748 319 052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