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1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376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55448"/>
            <a:ext cx="1023041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1266399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9224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99A2B"/>
                </a:solidFill>
                <a:latin typeface="Calibri"/>
              </a:rPr>
              <a:t>STRATEGIC INSTITUTIONAL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492240" cy="43891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6492240" cy="7132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University–Community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6492240" cy="7132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99A2B"/>
                </a:solidFill>
                <a:latin typeface="Calibri"/>
              </a:rPr>
              <a:t>Partnership Proposal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2926080" cy="9144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6492240" cy="43891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D4E8DC"/>
                </a:solidFill>
                <a:latin typeface="Calibri"/>
              </a:rPr>
              <a:t>Building the FairBanks Community Health Improvement 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6492240" cy="4114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D99A2B"/>
                </a:solidFill>
                <a:latin typeface="Calibri"/>
              </a:rPr>
              <a:t>(FCHIP) with Victoria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6492240" cy="38404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52160"/>
            <a:ext cx="7223760" cy="10058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6492240" cy="36576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Prepared for Victoria University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6492240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4E8DC"/>
                </a:solidFill>
                <a:latin typeface="Calibri"/>
              </a:rPr>
              <a:t>Kyebando–Kisalosalo, Kampala  ·  Institutional briefing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2608"/>
            <a:ext cx="9577597" cy="53035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1F2E"/>
                </a:solidFill>
                <a:latin typeface="Calibri"/>
              </a:rPr>
              <a:t>Slide 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35607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1" y="1636775"/>
            <a:ext cx="73152" cy="5669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37360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35607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3319" y="1636775"/>
            <a:ext cx="73152" cy="566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4487" y="1737360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007" y="1737360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60904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" y="2862072"/>
            <a:ext cx="73152" cy="5669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62656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62656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What FCHIP 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2660904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3319" y="2862072"/>
            <a:ext cx="73152" cy="566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2962656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2962656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How we work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" y="4087368"/>
            <a:ext cx="73152" cy="5669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2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187952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Why Victoria University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3886200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3319" y="4087368"/>
            <a:ext cx="73152" cy="566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4487" y="4187952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6007" y="4187952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Partnership network and outcomes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11496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" y="5312664"/>
            <a:ext cx="73152" cy="56692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13248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413248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Roadmap and long-term vision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8727" y="5111496"/>
            <a:ext cx="5318607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3319" y="5312664"/>
            <a:ext cx="73152" cy="56692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4487" y="5413248"/>
            <a:ext cx="640080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45C26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6007" y="5413248"/>
            <a:ext cx="3992727" cy="36576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Invitation to partner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2  /  17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A strategic partnership for health, learning,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957255" cy="6858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FairBanks Medical Centre proposes a strategic partnership with Victoria University to integrate healthcare service delivery, academic excellence, research, innovation, and community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21408"/>
            <a:ext cx="10957255" cy="1185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" y="2304288"/>
            <a:ext cx="73152" cy="81991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22576"/>
            <a:ext cx="10271455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FCHIP at the centre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88336"/>
            <a:ext cx="10271455" cy="454151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The FairBanks Community Health Improvement Programme is the flagship platform for preventive care, outreach, research, skills development, and partnerships.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8248"/>
            <a:ext cx="10957255" cy="1185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" y="3691127"/>
            <a:ext cx="73152" cy="81991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09416"/>
            <a:ext cx="10271455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Shared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75175"/>
            <a:ext cx="10271455" cy="454151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Victoria University brings education, innovation, and research. FairBanks brings a practical healthcare platform and community presence.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5088"/>
            <a:ext cx="10957255" cy="1185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" y="5077968"/>
            <a:ext cx="73152" cy="81991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96256"/>
            <a:ext cx="10271455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Shared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462016"/>
            <a:ext cx="10271455" cy="454151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Build a replicable University–Community Health Partnership Model that advances healthcare, education, innovation, and sustainable development in Uganda.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3  /  17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WHO WE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6309360" cy="4782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572768"/>
            <a:ext cx="5669280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Community-based primary healthcare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1938528"/>
            <a:ext cx="566928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350008"/>
            <a:ext cx="5669280" cy="345643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•  Located in Kyebando–Kisalosalo, Kampala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•  Accessible, affordable, quality healthcare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•  Strong focus on preventive health and community well-being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•  Committed to social determinants of health through partnerships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•  Active in innovation, research, and community engagement</a:t>
            </a:r>
          </a:p>
        </p:txBody>
      </p:sp>
      <p:pic>
        <p:nvPicPr>
          <p:cNvPr id="13" name="Picture 12" descr="facility_exterior_entrance_01.jpg"/>
          <p:cNvPicPr>
            <a:picLocks noChangeAspect="1"/>
          </p:cNvPicPr>
          <p:nvPr/>
        </p:nvPicPr>
        <p:blipFill>
          <a:blip r:embed="rId3"/>
          <a:srcRect t="2439" b="2439"/>
          <a:stretch>
            <a:fillRect/>
          </a:stretch>
        </p:blipFill>
        <p:spPr>
          <a:xfrm>
            <a:off x="7223760" y="1298448"/>
            <a:ext cx="4373575" cy="27737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223760" y="4236780"/>
            <a:ext cx="4373575" cy="1843979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465380"/>
            <a:ext cx="3916375" cy="29260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831140"/>
            <a:ext cx="3916375" cy="1066739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 trusted community health home — care close to where families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4  /  17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2608"/>
            <a:ext cx="9577597" cy="53035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1F2E"/>
                </a:solidFill>
                <a:latin typeface="Calibri"/>
              </a:rPr>
              <a:t>What is FCHIP?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98448"/>
            <a:ext cx="10957255" cy="2331720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99616"/>
            <a:ext cx="10225735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D99A2B"/>
                </a:solidFill>
                <a:latin typeface="Calibri"/>
              </a:rPr>
              <a:t>FCHIP stands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225735" cy="43891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FairBanks Community Health Improvement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10225735" cy="10972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It is FairBanks Medical Centre's flagship community programme — run through the FairBanks Social Enterprise. FCHIP brings healthcare closer to families by combining preventive care, outreach, education, research, skills development, and partnerships with universities, government, and community partners.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59"/>
            <a:ext cx="10957255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1F2E"/>
                </a:solidFill>
                <a:latin typeface="Calibri"/>
              </a:rPr>
              <a:t>What FCHIP focuses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33087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4261103"/>
            <a:ext cx="1774484" cy="640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4389120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Preventive healthcare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764" y="4133087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99780" y="4261103"/>
            <a:ext cx="1774484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3204" y="4389120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Community outreach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3449" y="4133087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31465" y="4261103"/>
            <a:ext cx="1774484" cy="640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4889" y="4389120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Health education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5133" y="4133087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3149" y="4261103"/>
            <a:ext cx="1774484" cy="640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6573" y="4389120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Early disease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6818" y="4133087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4834" y="4261103"/>
            <a:ext cx="1774484" cy="640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8258" y="4389120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Maternal and child health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89220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" y="5317236"/>
            <a:ext cx="1774484" cy="640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5445252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NCD prevention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71764" y="5189220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99780" y="5317236"/>
            <a:ext cx="1774484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3204" y="5445252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Elderly care &amp; healthy ageing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03449" y="5189220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31465" y="5317236"/>
            <a:ext cx="1774484" cy="640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94889" y="5445252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Community-based research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5133" y="5189220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63149" y="5317236"/>
            <a:ext cx="1774484" cy="640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6573" y="5445252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Digital health innovation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66818" y="5189220"/>
            <a:ext cx="2030516" cy="8915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94834" y="5317236"/>
            <a:ext cx="1774484" cy="640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8258" y="5445252"/>
            <a:ext cx="1847636" cy="52578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Skills &amp; student learning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5  /  17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2608"/>
            <a:ext cx="9577597" cy="53035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1F2E"/>
                </a:solidFill>
                <a:latin typeface="Calibri"/>
              </a:rPr>
              <a:t>How we work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57255" cy="36576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36C"/>
                </a:solidFill>
                <a:latin typeface="Calibri"/>
              </a:rPr>
              <a:t>Five strategic areas of collaboration between Victoria University and FairBanks Medical Centre.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10957255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869948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69948"/>
            <a:ext cx="475488" cy="475488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883664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Student Experiential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2157984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Structured placements across health and related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60904"/>
            <a:ext cx="10957255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2775204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775204"/>
            <a:ext cx="475488" cy="475488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2788920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Research and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3063240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Joint studies, publications, and evidence for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57255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3680460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80460"/>
            <a:ext cx="475488" cy="475488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3694176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Community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3968496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Camps, schools, screening, and volunteer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71416"/>
            <a:ext cx="10957255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458571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585716"/>
            <a:ext cx="475488" cy="475488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4599432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Digital Health &amp; Innovation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4873752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AI, EMRs, telemedicine, and predictive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76672"/>
            <a:ext cx="10957255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9536" y="5490972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490972"/>
            <a:ext cx="475488" cy="475488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1056" y="5504688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Resource Mobilisation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5779008"/>
            <a:ext cx="9731959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Shared pursuit of grants and development partnerships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6  /  17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92608"/>
            <a:ext cx="9577597" cy="53035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1F2E"/>
                </a:solidFill>
                <a:latin typeface="Calibri"/>
              </a:rPr>
              <a:t>Why Victoria University?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57255" cy="5486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Victoria University is committed to practical learning, innovation, entrepreneurship, and community transformation — values that closely align with FairBanks Medical Centre.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29967"/>
            <a:ext cx="3481730" cy="4050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94560"/>
            <a:ext cx="73152" cy="37216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212848"/>
            <a:ext cx="2978810" cy="38404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What the University contributes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0048"/>
            <a:ext cx="3024530" cy="318211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Academic expertise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Research capacity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Student engagement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Innovation culture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2029967"/>
            <a:ext cx="3481730" cy="4050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7570" y="2194560"/>
            <a:ext cx="73152" cy="37216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7882" y="2212848"/>
            <a:ext cx="2978810" cy="38404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What the University gains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2162" y="2670048"/>
            <a:ext cx="3024530" cy="318211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Real-world experiential learning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Applied research environment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Community impact pathways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Visible institutional leadership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604" y="2029967"/>
            <a:ext cx="3481730" cy="4050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5332" y="2194560"/>
            <a:ext cx="73152" cy="37216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5644" y="2212848"/>
            <a:ext cx="2978810" cy="38404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1F2E"/>
                </a:solidFill>
                <a:latin typeface="Calibri"/>
              </a:rPr>
              <a:t>Proposed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9924" y="2670048"/>
            <a:ext cx="3024530" cy="318211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Founding academic partner for FCHIP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Co-shaper of a national partnership model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Bridge between campus and community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E2F38"/>
                </a:solidFill>
                <a:latin typeface="Calibri"/>
              </a:rPr>
              <a:t>•  Partner in grants and innovation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7  /  17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COLLABORATION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Student experiential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Students gain practical experience while contributing to community healthcare.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6544" y="1984248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212848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Nursing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3401" y="1572768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866" y="1984248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7993" y="2212848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Public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6723" y="1572768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188" y="1984248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1315" y="2212848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Human Resource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0045" y="1572768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6510" y="1984248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4637" y="2212848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Business Administration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63924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16544" y="4375404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604004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Information Technology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3401" y="3963924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9866" y="4375404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7993" y="4604004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Social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6723" y="3963924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188" y="4375404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1315" y="4604004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Community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0045" y="3963924"/>
            <a:ext cx="2547289" cy="2116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6510" y="4375404"/>
            <a:ext cx="594360" cy="640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4637" y="4604004"/>
            <a:ext cx="2218105" cy="120243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Marketing and Communications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8  /  17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COLLABORATION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Research and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Joint programmes, publications, conferences, and evidence-based policy development.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" y="1755648"/>
            <a:ext cx="73152" cy="9906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Community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572768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2434" y="1755648"/>
            <a:ext cx="73152" cy="9906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3602" y="1755648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Health Systems Strengthening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5604" y="1572768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0196" y="1755648"/>
            <a:ext cx="73152" cy="9906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1364" y="1755648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Artificial Intelligence in Healthcare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48584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" y="3331464"/>
            <a:ext cx="73152" cy="9906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1464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Digital 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7842" y="3148584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42434" y="3331464"/>
            <a:ext cx="73152" cy="9906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3602" y="3331464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Occupational Burnout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5604" y="3148584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0196" y="3331464"/>
            <a:ext cx="73152" cy="9906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1364" y="3331464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Maternal and Child Health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24400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" y="4907280"/>
            <a:ext cx="73152" cy="99060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907280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Non-Communicable Diseases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7842" y="4724400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42434" y="4907280"/>
            <a:ext cx="73152" cy="99060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3602" y="4907280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Preventive Healthcare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5604" y="4724400"/>
            <a:ext cx="3481730" cy="1356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80196" y="4907280"/>
            <a:ext cx="73152" cy="99060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1364" y="4907280"/>
            <a:ext cx="2933090" cy="990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Healthcare Quality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9  /  17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COLLABORATION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Community engagement through FCHIP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Measurable social impact with meaningful practical learning.</a:t>
            </a:r>
          </a:p>
        </p:txBody>
      </p:sp>
      <p:pic>
        <p:nvPicPr>
          <p:cNvPr id="10" name="Picture 9" descr="outreach_bp_screening.jpeg"/>
          <p:cNvPicPr>
            <a:picLocks noChangeAspect="1"/>
          </p:cNvPicPr>
          <p:nvPr/>
        </p:nvPicPr>
        <p:blipFill>
          <a:blip r:embed="rId3"/>
          <a:srcRect t="19469" b="19469"/>
          <a:stretch>
            <a:fillRect/>
          </a:stretch>
        </p:blipFill>
        <p:spPr>
          <a:xfrm>
            <a:off x="640080" y="1572768"/>
            <a:ext cx="3481730" cy="1417320"/>
          </a:xfrm>
          <a:prstGeom prst="rect">
            <a:avLst/>
          </a:prstGeom>
        </p:spPr>
      </p:pic>
      <p:pic>
        <p:nvPicPr>
          <p:cNvPr id="11" name="Picture 10" descr="outreach_medical_camp_01.jpg"/>
          <p:cNvPicPr>
            <a:picLocks noChangeAspect="1"/>
          </p:cNvPicPr>
          <p:nvPr/>
        </p:nvPicPr>
        <p:blipFill>
          <a:blip r:embed="rId4"/>
          <a:srcRect t="19452" b="19452"/>
          <a:stretch>
            <a:fillRect/>
          </a:stretch>
        </p:blipFill>
        <p:spPr>
          <a:xfrm>
            <a:off x="4377842" y="1572768"/>
            <a:ext cx="3481730" cy="1417320"/>
          </a:xfrm>
          <a:prstGeom prst="rect">
            <a:avLst/>
          </a:prstGeom>
        </p:spPr>
      </p:pic>
      <p:pic>
        <p:nvPicPr>
          <p:cNvPr id="12" name="Picture 11" descr="outreach_audience_full_group_01.jpg"/>
          <p:cNvPicPr>
            <a:picLocks noChangeAspect="1"/>
          </p:cNvPicPr>
          <p:nvPr/>
        </p:nvPicPr>
        <p:blipFill>
          <a:blip r:embed="rId5"/>
          <a:srcRect t="19469" b="19469"/>
          <a:stretch>
            <a:fillRect/>
          </a:stretch>
        </p:blipFill>
        <p:spPr>
          <a:xfrm>
            <a:off x="8115604" y="1572768"/>
            <a:ext cx="3481730" cy="1417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3282696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74136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Community medical camps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7842" y="3282696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0722" y="3374136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School health programmes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604" y="3282696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484" y="3374136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Corporate wellness initiatives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82440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373880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Community disease screening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7842" y="4282440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0722" y="4373880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Health promotion campaigns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5604" y="4282440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484" y="4373880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Maternal and child health outreach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82184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373624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Elderly care programmes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7842" y="5282184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0722" y="5373624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Student volunteer programmes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5604" y="5282184"/>
            <a:ext cx="3481730" cy="798576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8484" y="5373624"/>
            <a:ext cx="3115970" cy="615696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1F2E"/>
                </a:solidFill>
                <a:latin typeface="Calibri"/>
              </a:rPr>
              <a:t>Community-based research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10  /  17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COLLABORATION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Digital health and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Developing practical healthcare solutions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7" y="1773936"/>
            <a:ext cx="3079394" cy="7315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84248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Artificial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Applications that support smarter clinical and community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842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9010" y="1773936"/>
            <a:ext cx="3079394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6442" y="1984248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Electronic Medical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442" y="2532888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Stronger continuity of care and better clinical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5604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16772" y="1773936"/>
            <a:ext cx="3079394" cy="7315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4204" y="1984248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Telemedicine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204" y="2532888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Care and advice that reach people beyond the facility walls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7" y="4155948"/>
            <a:ext cx="3079394" cy="7315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6260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Community Health Information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14900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Better visibility of community health activity and needs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7842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9010" y="4155948"/>
            <a:ext cx="3079394" cy="7315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6442" y="4366260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Predictive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6442" y="4914900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Earlier insight for planning and prevention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5604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16772" y="4155948"/>
            <a:ext cx="3079394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4204" y="4366260"/>
            <a:ext cx="302453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Digital patient 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4204" y="4914900"/>
            <a:ext cx="3024530" cy="98298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Clearer communication and follow-up with patients and families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11  /  17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COLLABORATION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Resource mobilisation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Collaborative proposals improve competitiveness for local and international funding.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Research grants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2162" y="1938528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2162" y="2441448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Development funding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5604" y="1572768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9924" y="1938528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441448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Innovation grants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20540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23460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Corporate Social Responsibility partnerships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7842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2162" y="4320540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2162" y="4823460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International development partnerships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5604" y="3954780"/>
            <a:ext cx="3481730" cy="21259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9924" y="4320540"/>
            <a:ext cx="2933090" cy="347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9924" y="4823460"/>
            <a:ext cx="2933090" cy="10287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Capacity-building programmes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12  /  17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Strategic partnerships and collaborative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0957255" cy="329184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Victoria University as the flagship academic and research partner.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72768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1719072"/>
            <a:ext cx="73152" cy="4919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664208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Government ministries and public health institutions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6723" y="1572768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93027" y="1719072"/>
            <a:ext cx="73152" cy="4919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4195" y="1664208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Local government leadership and Village Health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03627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2649931"/>
            <a:ext cx="73152" cy="4919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595067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Health insurance providers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6723" y="2503627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649931"/>
            <a:ext cx="73152" cy="4919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4195" y="2595067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Specialist healthcare professionals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34486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3580790"/>
            <a:ext cx="73152" cy="4919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525926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Schools and educational institutions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6723" y="3434486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27" y="3580790"/>
            <a:ext cx="73152" cy="4919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4195" y="3525926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Faith-based and community organisations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65345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" y="4511649"/>
            <a:ext cx="73152" cy="4919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456785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Corporate organisations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6723" y="4365345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93027" y="4511649"/>
            <a:ext cx="73152" cy="4919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4195" y="4456785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Media partners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96204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" y="5442508"/>
            <a:ext cx="73152" cy="491947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387644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National and international development partners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6723" y="5296204"/>
            <a:ext cx="5350611" cy="7845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93027" y="5442508"/>
            <a:ext cx="73152" cy="491947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4195" y="5387644"/>
            <a:ext cx="4847691" cy="601675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2F38"/>
                </a:solidFill>
                <a:latin typeface="Calibri"/>
              </a:rPr>
              <a:t>Philanthropic foundations and research institutions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13  /  17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Expected outcomes of the partnership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6537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Improve access to quality primary healthcare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7842" y="1298448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3874" y="1527048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3874" y="186537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Strengthen preventive healthcare programmes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5604" y="1298448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1527048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186537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Expand experiential learning opportunities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5960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8820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2653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Increase community-based research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7842" y="295960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3874" y="318820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3874" y="352653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Promote healthcare innovation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5604" y="295960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1636" y="318820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352653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Strengthen graduate employability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2076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84936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18769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Enhance institutional visibility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7842" y="462076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3874" y="484936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3874" y="518769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Mobilise sustainable development partnerships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5604" y="4620767"/>
            <a:ext cx="3481730" cy="1459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1636" y="4849367"/>
            <a:ext cx="2969666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1636" y="5187696"/>
            <a:ext cx="2969666" cy="72847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1F2E"/>
                </a:solidFill>
                <a:latin typeface="Calibri"/>
              </a:rPr>
              <a:t>Improve health outcomes in surrounding communities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14  /  17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Proposed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2567863" cy="4782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98448"/>
            <a:ext cx="2567863" cy="9144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463039"/>
            <a:ext cx="2202103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Phase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55648"/>
            <a:ext cx="2202103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441448"/>
            <a:ext cx="2238679" cy="345643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Introductory planning meeting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Joint Technical Working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6543" y="1298448"/>
            <a:ext cx="2567863" cy="4782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6543" y="1298448"/>
            <a:ext cx="2567863" cy="9144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23" y="1463039"/>
            <a:ext cx="2202103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Phase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1755648"/>
            <a:ext cx="2202103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2441448"/>
            <a:ext cx="2238679" cy="345643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Sign Memorandum of Understanding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Identify priority pilot projects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298448"/>
            <a:ext cx="2567863" cy="4782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1298448"/>
            <a:ext cx="2567863" cy="91440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1463039"/>
            <a:ext cx="2202103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Phase 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1755648"/>
            <a:ext cx="2202103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599" y="2441448"/>
            <a:ext cx="2238679" cy="345643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Student placements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Joint research and outreach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Innovation and grant development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71" y="1298448"/>
            <a:ext cx="2567863" cy="4782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471" y="1298448"/>
            <a:ext cx="2567863" cy="914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2351" y="1463039"/>
            <a:ext cx="2202103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Phase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1755648"/>
            <a:ext cx="2202103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Learning and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2441448"/>
            <a:ext cx="2238679" cy="3456432"/>
          </a:xfrm>
          <a:prstGeom prst="rect">
            <a:avLst/>
          </a:prstGeom>
          <a:noFill/>
        </p:spPr>
        <p:txBody>
          <a:bodyPr wrap="square" lIns="25000" rIns="25000" tIns="8000" bIns="80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Monitoring and evaluation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Document lessons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E2F38"/>
                </a:solidFill>
                <a:latin typeface="Calibri"/>
              </a:rPr>
              <a:t>•  Expand and replicate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15  /  17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7445" y="292608"/>
            <a:ext cx="102304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97" y="365760"/>
            <a:ext cx="876738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"/>
            <a:ext cx="9577597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45C26"/>
                </a:solidFill>
                <a:latin typeface="Calibri"/>
              </a:rPr>
              <a:t>LOOKING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9577597" cy="5029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1F2E"/>
                </a:solidFill>
                <a:latin typeface="Calibri"/>
              </a:rPr>
              <a:t>Long-term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6355208" cy="2011680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18488"/>
            <a:ext cx="5623688" cy="1371600"/>
          </a:xfrm>
          <a:prstGeom prst="rect">
            <a:avLst/>
          </a:prstGeom>
          <a:noFill/>
        </p:spPr>
        <p:txBody>
          <a:bodyPr wrap="square" lIns="20000" rIns="20000" tIns="8000" bIns="80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Establish FCHIP as Uganda's leading University–Community Health Partnership Model — showing how academia, healthcare providers, government, development partners, and communities can work together to improve lives.</a:t>
            </a:r>
          </a:p>
        </p:txBody>
      </p:sp>
      <p:pic>
        <p:nvPicPr>
          <p:cNvPr id="11" name="Picture 10" descr="reception_mission_wall.jpeg"/>
          <p:cNvPicPr>
            <a:picLocks noChangeAspect="1"/>
          </p:cNvPicPr>
          <p:nvPr/>
        </p:nvPicPr>
        <p:blipFill>
          <a:blip r:embed="rId3"/>
          <a:srcRect t="15284" b="15284"/>
          <a:stretch>
            <a:fillRect/>
          </a:stretch>
        </p:blipFill>
        <p:spPr>
          <a:xfrm>
            <a:off x="7251320" y="1298448"/>
            <a:ext cx="4346015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3566160"/>
            <a:ext cx="5350611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847691" cy="29260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For FairBanks Medical Centre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4847691" cy="1600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A living laboratory for education, research, innovation, and community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3566160"/>
            <a:ext cx="5350611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1043" y="3840480"/>
            <a:ext cx="4847691" cy="292608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45C26"/>
                </a:solidFill>
                <a:latin typeface="Calibri"/>
              </a:rPr>
              <a:t>For Victoria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1043" y="4251960"/>
            <a:ext cx="4847691" cy="1600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1F2E"/>
                </a:solidFill>
                <a:latin typeface="Calibri"/>
              </a:rPr>
              <a:t>Stronger leadership in experiential learning, applied research, and social impact — with lessons that can be replicated across Uganda.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92240"/>
            <a:ext cx="109572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868680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565392"/>
            <a:ext cx="1280160" cy="256032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36C"/>
                </a:solidFill>
                <a:latin typeface="Calibri"/>
              </a:rPr>
              <a:t>16  /  17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246887"/>
            <a:ext cx="1023041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1266399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51560"/>
            <a:ext cx="6400800" cy="32004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INVITATION TO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400800" cy="36576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40080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Together, we can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640080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Calibri"/>
              </a:rPr>
              <a:t>healthier communities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6400800" cy="4572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D99A2B"/>
                </a:solidFill>
                <a:latin typeface="Calibri"/>
              </a:rPr>
              <a:t>and stronger professionals.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2194560" cy="640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6400800" cy="68580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D4E8DC"/>
                </a:solidFill>
                <a:latin typeface="Calibri"/>
              </a:rPr>
              <a:t>FairBanks Medical Centre invites Victoria University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D4E8DC"/>
                </a:solidFill>
                <a:latin typeface="Calibri"/>
              </a:rPr>
              <a:t>to join as a strategic partner in advancing FCHIP.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6400800" cy="36576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6309360" cy="1417320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5852160" cy="2743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Institutional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5852160" cy="731520"/>
          </a:xfrm>
          <a:prstGeom prst="rect">
            <a:avLst/>
          </a:prstGeom>
          <a:noFill/>
        </p:spPr>
        <p:txBody>
          <a:bodyPr wrap="square" lIns="20000" rIns="20000" tIns="8000" bIns="80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Kyebando–Kisalosalo, Tirupati Road, Kampala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info@fairbanksmedicalcentre.org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