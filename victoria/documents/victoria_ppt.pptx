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branded_entrance_01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155448"/>
            <a:ext cx="1023041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8600"/>
            <a:ext cx="1266399" cy="475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14400"/>
            <a:ext cx="649224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9A2B"/>
                </a:solidFill>
                <a:latin typeface="Calibri"/>
              </a:rPr>
              <a:t>STRATEGIC INSTITUTIONAL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6492240" cy="43891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57400"/>
            <a:ext cx="6492240" cy="7132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University–Community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26080"/>
            <a:ext cx="6492240" cy="7132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D99A2B"/>
                </a:solidFill>
                <a:latin typeface="Calibri"/>
              </a:rPr>
              <a:t>Partnership Proposal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794760"/>
            <a:ext cx="2926080" cy="9144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69080"/>
            <a:ext cx="6492240" cy="38404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D4E8DC"/>
                </a:solidFill>
                <a:latin typeface="Calibri"/>
              </a:rPr>
              <a:t>Building the FairBanks Community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462272"/>
            <a:ext cx="6492240" cy="38404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D4E8DC"/>
                </a:solidFill>
                <a:latin typeface="Calibri"/>
              </a:rPr>
              <a:t>Improvement Programme (FCHIP)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55464"/>
            <a:ext cx="6492240" cy="38404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D4E8DC"/>
                </a:solidFill>
                <a:latin typeface="Calibri"/>
              </a:rPr>
              <a:t>with Victoria University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349240"/>
            <a:ext cx="6492240" cy="38404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5852160"/>
            <a:ext cx="7223760" cy="100584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989320"/>
            <a:ext cx="6492240" cy="36576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Prepared for Victoria University leadership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00800"/>
            <a:ext cx="6492240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Kyebando–Kisalosalo, Kampala  ·  Institutional briefing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Agenda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060704"/>
            <a:ext cx="1095725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A clear path through the partnership proposal.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45919"/>
            <a:ext cx="5318607" cy="91668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1" y="1847088"/>
            <a:ext cx="73152" cy="51435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921382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921382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Executive summary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1645919"/>
            <a:ext cx="5318607" cy="91668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43319" y="1847088"/>
            <a:ext cx="73152" cy="51435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4487" y="1921382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6007" y="1921382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About FairBanks Medical Centre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818638"/>
            <a:ext cx="5318607" cy="91668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1" y="3019806"/>
            <a:ext cx="73152" cy="51435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094101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094101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The FCHIP programme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78727" y="2818638"/>
            <a:ext cx="5318607" cy="91668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43319" y="3019806"/>
            <a:ext cx="73152" cy="51435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44487" y="3094101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6007" y="3094101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Why Victoria University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991356"/>
            <a:ext cx="5318607" cy="91668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1" y="4192524"/>
            <a:ext cx="73152" cy="51435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266819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4266819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Five areas of collaboration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78727" y="3991356"/>
            <a:ext cx="5318607" cy="91668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3319" y="4192524"/>
            <a:ext cx="73152" cy="51435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44487" y="4266819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6007" y="4266819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Partnership network and outcomes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164074"/>
            <a:ext cx="5318607" cy="91668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1" y="5365242"/>
            <a:ext cx="73152" cy="51435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439537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37360" y="5439537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Roadmap and long-term vision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78727" y="5164074"/>
            <a:ext cx="5318607" cy="91668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3319" y="5365242"/>
            <a:ext cx="73152" cy="51435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4487" y="5439537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6007" y="5439537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Invitation to partner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2  /  17</a:t>
            </a:r>
          </a:p>
        </p:txBody>
      </p:sp>
    </p:spTree>
  </p:cSld>
  <p:transition spd="med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A strategic partnership for health, learning,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34440"/>
            <a:ext cx="10957255" cy="6858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FairBanks Medical Centre proposes a strategic partnership with Victoria University to integrate healthcare service delivery, academic excellence, research, innovation, and community engagement.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10957255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1" y="2240280"/>
            <a:ext cx="73152" cy="84124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258568"/>
            <a:ext cx="10271455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FCHIP at the centre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4328"/>
            <a:ext cx="10271455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The FairBanks Community Health Improvement Programme is the flagship platform for preventive care, outreach, research, skills development, and partnerships.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65576"/>
            <a:ext cx="10957255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" y="3648456"/>
            <a:ext cx="73152" cy="84124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666744"/>
            <a:ext cx="10271455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Shared strengths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032504"/>
            <a:ext cx="10271455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Victoria University brings education, innovation, and research. FairBanks brings a practical healthcare platform and community presence.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873752"/>
            <a:ext cx="10957255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1" y="5056632"/>
            <a:ext cx="73152" cy="84124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10271455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Shared goal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440680"/>
            <a:ext cx="10271455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Build a replicable University–Community Health Partnership Model that advances healthcare, education, innovation, and sustainable development in Uganda.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3  /  17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WHO WE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About FairBanks Medical Centre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34440"/>
            <a:ext cx="6309360" cy="4846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1508760"/>
            <a:ext cx="5669280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Community-based primary healthcare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1874519"/>
            <a:ext cx="566928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2286000"/>
            <a:ext cx="5669280" cy="3520440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Located in Kyebando–Kisalosalo, Kampala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Accessible, affordable, quality healthcare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Strong focus on preventive health and community well-being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Committed to social determinants of health through partnerships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Active in innovation, research, and community engagement</a:t>
            </a:r>
          </a:p>
        </p:txBody>
      </p:sp>
      <p:pic>
        <p:nvPicPr>
          <p:cNvPr id="13" name="Picture 12" descr="facility_exterior_entrance_01.jpg"/>
          <p:cNvPicPr>
            <a:picLocks noChangeAspect="1"/>
          </p:cNvPicPr>
          <p:nvPr/>
        </p:nvPicPr>
        <p:blipFill>
          <a:blip r:embed="rId3"/>
          <a:srcRect t="1802" b="1802"/>
          <a:stretch>
            <a:fillRect/>
          </a:stretch>
        </p:blipFill>
        <p:spPr>
          <a:xfrm>
            <a:off x="7223760" y="1234440"/>
            <a:ext cx="4373575" cy="2810865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223760" y="4209897"/>
            <a:ext cx="4373575" cy="1870862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4438497"/>
            <a:ext cx="391637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99A2B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804257"/>
            <a:ext cx="3916375" cy="109362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 trusted community health home — care close to where families live.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4  /  17</a:t>
            </a:r>
          </a:p>
        </p:txBody>
      </p:sp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FLAGSHIP PROGRAMME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FairBanks Community Health Improvement Programme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060704"/>
            <a:ext cx="1095725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FCHIP — implemented through the FairBanks Social Enterprise.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08760"/>
            <a:ext cx="10957255" cy="59436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2636C"/>
                </a:solidFill>
                <a:latin typeface="Calibri"/>
              </a:rPr>
              <a:t>FCHIP strengthens family and community primary healthcare by bringing together healthcare providers, universities, government, development partners, corporates, and local communities.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1935419" cy="17739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1" y="2404872"/>
            <a:ext cx="1606235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06040"/>
            <a:ext cx="1661099" cy="127101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Preventive healthcare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5539" y="2240280"/>
            <a:ext cx="1935419" cy="17739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60131" y="2404872"/>
            <a:ext cx="1606235" cy="73152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2699" y="2606040"/>
            <a:ext cx="1661099" cy="127101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Community outreach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0998" y="2240280"/>
            <a:ext cx="1935419" cy="17739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15590" y="2404872"/>
            <a:ext cx="1606235" cy="73152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8158" y="2606040"/>
            <a:ext cx="1661099" cy="127101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Health education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457" y="2240280"/>
            <a:ext cx="1935419" cy="17739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71049" y="2404872"/>
            <a:ext cx="1606235" cy="73152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617" y="2606040"/>
            <a:ext cx="1661099" cy="127101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Early disease detection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61916" y="2240280"/>
            <a:ext cx="1935419" cy="17739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6508" y="2404872"/>
            <a:ext cx="1606235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9076" y="2606040"/>
            <a:ext cx="1661099" cy="127101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Maternal and child health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306824"/>
            <a:ext cx="1935419" cy="17739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1" y="4471416"/>
            <a:ext cx="1606235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672584"/>
            <a:ext cx="1661099" cy="127101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NCD prevention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95539" y="4306824"/>
            <a:ext cx="1935419" cy="17739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60131" y="4471416"/>
            <a:ext cx="1606235" cy="73152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32699" y="4672584"/>
            <a:ext cx="1661099" cy="127101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Elderly care &amp; healthy ageing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50998" y="4306824"/>
            <a:ext cx="1935419" cy="17739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15590" y="4471416"/>
            <a:ext cx="1606235" cy="73152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88158" y="4672584"/>
            <a:ext cx="1661099" cy="127101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Community-based research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06457" y="4306824"/>
            <a:ext cx="1935419" cy="17739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71049" y="4471416"/>
            <a:ext cx="1606235" cy="73152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43617" y="4672584"/>
            <a:ext cx="1661099" cy="127101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Digital health innovation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61916" y="4306824"/>
            <a:ext cx="1935419" cy="17739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826508" y="4471416"/>
            <a:ext cx="1606235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99076" y="4672584"/>
            <a:ext cx="1661099" cy="127101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Skills &amp; student learning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5  /  17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STRATEGIC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Why Victoria University?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34440"/>
            <a:ext cx="10957255" cy="5486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Victoria University is committed to practical learning, innovation, entrepreneurship, and community transformation — values that closely align with FairBanks Medical Centre.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481730" cy="4114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130552"/>
            <a:ext cx="73152" cy="3785615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19" y="2167128"/>
            <a:ext cx="297881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What the University contributes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06040"/>
            <a:ext cx="3024530" cy="3246120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Academic expertise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Research capacity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Student engagement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Innovation culture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7842" y="1965960"/>
            <a:ext cx="3481730" cy="4114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7570" y="2130552"/>
            <a:ext cx="73152" cy="3785615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7882" y="2167128"/>
            <a:ext cx="297881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What the University gains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2162" y="2606040"/>
            <a:ext cx="3024530" cy="3246120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Real-world experiential learning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Applied research environment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Community impact pathways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Visible institutional leadership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5604" y="1965960"/>
            <a:ext cx="3481730" cy="4114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5332" y="2130552"/>
            <a:ext cx="73152" cy="3785615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5644" y="2167128"/>
            <a:ext cx="297881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Proposed role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9924" y="2606040"/>
            <a:ext cx="3024530" cy="3246120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Founding academic partner for FCHIP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Co-shaper of a national partnership model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Bridge between campus and community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E2F38"/>
                </a:solidFill>
                <a:latin typeface="Calibri"/>
              </a:rPr>
              <a:t>•  Partner in grants and innovation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6  /  17</a:t>
            </a:r>
          </a:p>
        </p:txBody>
      </p:sp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HOW WE WORK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Five strategic areas of collaboration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34440"/>
            <a:ext cx="10957255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" y="1371600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371600"/>
            <a:ext cx="475488" cy="475488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380744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Student Experiential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91056" y="1691640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Structured placements across health and related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258568"/>
            <a:ext cx="10957255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9536" y="2395728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2395728"/>
            <a:ext cx="475488" cy="475488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91056" y="2404872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Research and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2715768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Joint studies, publications, and evidence for policy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82696"/>
            <a:ext cx="10957255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9536" y="34198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419856"/>
            <a:ext cx="475488" cy="475488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91056" y="3429000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Community Engagement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1056" y="3739896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Camps, schools, screening, and volunteer programmes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306824"/>
            <a:ext cx="10957255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9536" y="4443984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443984"/>
            <a:ext cx="475488" cy="475488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91056" y="4453128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Digital Health &amp; Innovation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1056" y="4764024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AI, EMRs, telemedicine, and predictive analytics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330952"/>
            <a:ext cx="10957255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9536" y="5468112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468112"/>
            <a:ext cx="475488" cy="475488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91056" y="5477256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Resource Mobilisation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91056" y="5788152"/>
            <a:ext cx="9731959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Shared pursuit of grants and development partnerships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7  /  17</a:t>
            </a:r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Student experiential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060704"/>
            <a:ext cx="1095725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Students gain practical experience while contributing to community healthcare.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08760"/>
            <a:ext cx="254728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6544" y="1920240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2148839"/>
            <a:ext cx="2218105" cy="123444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Nursing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3401" y="1508760"/>
            <a:ext cx="254728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866" y="1920240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7993" y="2148839"/>
            <a:ext cx="2218105" cy="123444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Public Health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6723" y="1508760"/>
            <a:ext cx="254728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23188" y="1920240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1315" y="2148839"/>
            <a:ext cx="2218105" cy="123444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Human Resource Management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0045" y="1508760"/>
            <a:ext cx="254728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26510" y="1920240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4637" y="2148839"/>
            <a:ext cx="2218105" cy="123444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Business Administration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254728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16544" y="4343400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4572000"/>
            <a:ext cx="2218105" cy="123444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Information Technology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43401" y="3931920"/>
            <a:ext cx="254728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19866" y="4343400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7993" y="4572000"/>
            <a:ext cx="2218105" cy="123444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Social Work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6723" y="3931920"/>
            <a:ext cx="254728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23188" y="4343400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1315" y="4572000"/>
            <a:ext cx="2218105" cy="123444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Community Development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0045" y="3931920"/>
            <a:ext cx="2547289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26510" y="4343400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14637" y="4572000"/>
            <a:ext cx="2218105" cy="123444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Marketing and Communications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8  /  17</a:t>
            </a:r>
          </a:p>
        </p:txBody>
      </p:sp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Research and innovation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060704"/>
            <a:ext cx="1095725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Joint programmes, publications, conferences, and evidence-based policy development.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08760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1" y="1691639"/>
            <a:ext cx="73152" cy="1011935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39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Community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1508760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42434" y="1691639"/>
            <a:ext cx="73152" cy="1011935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3602" y="1691639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Health Systems Strengthening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5604" y="1508760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0196" y="1691639"/>
            <a:ext cx="73152" cy="1011935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81364" y="1691639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Artificial Intelligence in Healthcare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05912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1" y="3288792"/>
            <a:ext cx="73152" cy="1011935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288792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Digital Health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7842" y="3105912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42434" y="3288792"/>
            <a:ext cx="73152" cy="1011935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602" y="3288792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Occupational Burnout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15604" y="3105912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80196" y="3288792"/>
            <a:ext cx="73152" cy="1011935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81364" y="3288792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Maternal and Child Health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703063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1" y="4885944"/>
            <a:ext cx="73152" cy="1011935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885944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Non-Communicable Diseases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7842" y="4703063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42434" y="4885944"/>
            <a:ext cx="73152" cy="1011935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43602" y="4885944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Preventive Healthcare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15604" y="4703063"/>
            <a:ext cx="3481730" cy="13776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80196" y="4885944"/>
            <a:ext cx="73152" cy="1011935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81364" y="4885944"/>
            <a:ext cx="2933090" cy="101193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Healthcare Quality Improvement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9  /  17</a:t>
            </a:r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Community engagement through FCHIP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060704"/>
            <a:ext cx="1095725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Measurable social impact with meaningful practical learning.</a:t>
            </a:r>
          </a:p>
        </p:txBody>
      </p:sp>
      <p:pic>
        <p:nvPicPr>
          <p:cNvPr id="10" name="Picture 9" descr="outreach_bp_screening.jpeg"/>
          <p:cNvPicPr>
            <a:picLocks noChangeAspect="1"/>
          </p:cNvPicPr>
          <p:nvPr/>
        </p:nvPicPr>
        <p:blipFill>
          <a:blip r:embed="rId3"/>
          <a:srcRect t="19469" b="19469"/>
          <a:stretch>
            <a:fillRect/>
          </a:stretch>
        </p:blipFill>
        <p:spPr>
          <a:xfrm>
            <a:off x="640080" y="1508760"/>
            <a:ext cx="3481730" cy="1417320"/>
          </a:xfrm>
          <a:prstGeom prst="rect">
            <a:avLst/>
          </a:prstGeom>
        </p:spPr>
      </p:pic>
      <p:pic>
        <p:nvPicPr>
          <p:cNvPr id="11" name="Picture 10" descr="outreach_medical_camp_01.jpg"/>
          <p:cNvPicPr>
            <a:picLocks noChangeAspect="1"/>
          </p:cNvPicPr>
          <p:nvPr/>
        </p:nvPicPr>
        <p:blipFill>
          <a:blip r:embed="rId4"/>
          <a:srcRect t="19452" b="19452"/>
          <a:stretch>
            <a:fillRect/>
          </a:stretch>
        </p:blipFill>
        <p:spPr>
          <a:xfrm>
            <a:off x="4377842" y="1508760"/>
            <a:ext cx="3481730" cy="1417320"/>
          </a:xfrm>
          <a:prstGeom prst="rect">
            <a:avLst/>
          </a:prstGeom>
        </p:spPr>
      </p:pic>
      <p:pic>
        <p:nvPicPr>
          <p:cNvPr id="12" name="Picture 11" descr="outreach_audience_full_group_01.jpg"/>
          <p:cNvPicPr>
            <a:picLocks noChangeAspect="1"/>
          </p:cNvPicPr>
          <p:nvPr/>
        </p:nvPicPr>
        <p:blipFill>
          <a:blip r:embed="rId5"/>
          <a:srcRect t="19469" b="19469"/>
          <a:stretch>
            <a:fillRect/>
          </a:stretch>
        </p:blipFill>
        <p:spPr>
          <a:xfrm>
            <a:off x="8115604" y="1508760"/>
            <a:ext cx="3481730" cy="14173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0080" y="321868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31012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Community medical camps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7842" y="321868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0722" y="331012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School health programmes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604" y="321868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8484" y="331012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Corporate wellness initiatives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3976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433120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Community disease screening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7842" y="423976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0722" y="433120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Health promotion campaigns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5604" y="423976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8484" y="433120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Maternal and child health outreach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6084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535228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Elderly care programmes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7842" y="526084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60722" y="535228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Student volunteer programmes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15604" y="5260848"/>
            <a:ext cx="3481730" cy="819912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98484" y="5352288"/>
            <a:ext cx="3115970" cy="637032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1F2E"/>
                </a:solidFill>
                <a:latin typeface="Calibri"/>
              </a:rPr>
              <a:t>Community-based research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10  /  17</a:t>
            </a:r>
          </a:p>
        </p:txBody>
      </p:sp>
    </p:spTree>
  </p:cSld>
  <p:transition spd="med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Digital health and innovation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060704"/>
            <a:ext cx="1095725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Developing practical healthcare solutions together.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08760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7" y="1709928"/>
            <a:ext cx="3079394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20240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Artificial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468880"/>
            <a:ext cx="3024530" cy="1014983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Applications that support smarter clinical and community decisions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7842" y="1508760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9010" y="1709928"/>
            <a:ext cx="3079394" cy="73152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6442" y="1920240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Electronic Medical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6442" y="2468880"/>
            <a:ext cx="3024530" cy="1014983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Stronger continuity of care and better clinical information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5604" y="1508760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16772" y="1709928"/>
            <a:ext cx="3079394" cy="73152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4204" y="1920240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Telemedicine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4204" y="2468880"/>
            <a:ext cx="3024530" cy="1014983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Care and advice that reach people beyond the facility walls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22775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1247" y="4123943"/>
            <a:ext cx="3079394" cy="73152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34255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Community Health Information Systems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882895"/>
            <a:ext cx="3024530" cy="1014983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Better visibility of community health activity and needs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7842" y="3922775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9010" y="4123943"/>
            <a:ext cx="3079394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6442" y="4334255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Predictive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6442" y="4882895"/>
            <a:ext cx="3024530" cy="1014983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Earlier insight for planning and prevention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15604" y="3922775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16772" y="4123943"/>
            <a:ext cx="3079394" cy="73152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44204" y="4334255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Digital patient engagement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4204" y="4882895"/>
            <a:ext cx="3024530" cy="1014983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2636C"/>
                </a:solidFill>
                <a:latin typeface="Calibri"/>
              </a:rPr>
              <a:t>Clearer communication and follow-up with patients and families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11  /  17</a:t>
            </a:r>
          </a:p>
        </p:txBody>
      </p:sp>
    </p:spTree>
  </p:cSld>
  <p:transition spd="med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Resource mobilisation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060704"/>
            <a:ext cx="1095725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Collaborative proposals improve competitiveness for local and international funding.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08760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377439"/>
            <a:ext cx="2933090" cy="106070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Research grants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1508760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2162" y="1874519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2162" y="2377439"/>
            <a:ext cx="2933090" cy="106070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Development funding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5604" y="1508760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9924" y="1874519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9924" y="2377439"/>
            <a:ext cx="2933090" cy="106070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Innovation grants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922775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88536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91455"/>
            <a:ext cx="2933090" cy="106070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Corporate Social Responsibility partnerships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7842" y="3922775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52162" y="4288536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2162" y="4791455"/>
            <a:ext cx="2933090" cy="106070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International development partnerships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15604" y="3922775"/>
            <a:ext cx="3481730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9924" y="4288536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9924" y="4791455"/>
            <a:ext cx="2933090" cy="106070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Capacity-building programmes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12  /  17</a:t>
            </a:r>
          </a:p>
        </p:txBody>
      </p:sp>
    </p:spTree>
  </p:cSld>
  <p:transition spd="med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ECOSYSTEM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Strategic partnerships and collaborative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060704"/>
            <a:ext cx="1095725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Victoria University as the flagship academic and research partner.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08760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1655063"/>
            <a:ext cx="73152" cy="50474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600200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Government ministries and public health institutions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6723" y="1508760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93027" y="1655063"/>
            <a:ext cx="73152" cy="50474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4195" y="1600200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Local government leadership and Village Health Teams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452420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384" y="2598724"/>
            <a:ext cx="73152" cy="50474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2543860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Health insurance providers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6723" y="2452420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93027" y="2598724"/>
            <a:ext cx="73152" cy="50474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94195" y="2543860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Specialist healthcare professionals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396081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6384" y="3542385"/>
            <a:ext cx="73152" cy="50474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487521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Schools and educational institutions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6723" y="3396081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27" y="3542385"/>
            <a:ext cx="73152" cy="50474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94195" y="3487521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Faith-based and community organisations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339742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" y="4486046"/>
            <a:ext cx="73152" cy="50474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4431182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Corporate organisations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6723" y="4339742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93027" y="4486046"/>
            <a:ext cx="73152" cy="50474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94195" y="4431182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Media partners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283403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6384" y="5429707"/>
            <a:ext cx="73152" cy="50474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374843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National and international development partners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6723" y="5283403"/>
            <a:ext cx="5350611" cy="7973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3027" y="5429707"/>
            <a:ext cx="73152" cy="50474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94195" y="5374843"/>
            <a:ext cx="4847691" cy="61447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F38"/>
                </a:solidFill>
                <a:latin typeface="Calibri"/>
              </a:rPr>
              <a:t>Philanthropic foundations and research institutions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13  /  17</a:t>
            </a:r>
          </a:p>
        </p:txBody>
      </p:sp>
    </p:spTree>
  </p:cSld>
  <p:transition spd="med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Expected outcomes of the partnership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34440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463040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801368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Improve access to quality primary healthcare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7842" y="1234440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3874" y="1463040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3874" y="1801368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Strengthen preventive healthcare programmes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5604" y="1234440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71636" y="1463040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1636" y="1801368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Expand experiential learning opportunities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916936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3145536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3483864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Increase community-based research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7842" y="2916936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3874" y="3145536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3874" y="3483864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Promote healthcare innovation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15604" y="2916936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71636" y="3145536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3483864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Strengthen graduate employability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9432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828032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5166360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Enhance institutional visibility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7842" y="4599432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3874" y="4828032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3874" y="5166360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Mobilise sustainable development partnerships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5604" y="4599432"/>
            <a:ext cx="3481730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1636" y="4828032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1636" y="5166360"/>
            <a:ext cx="2969666" cy="7498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1F2E"/>
                </a:solidFill>
                <a:latin typeface="Calibri"/>
              </a:rPr>
              <a:t>Improve health outcomes in surrounding communities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14  /  17</a:t>
            </a:r>
          </a:p>
        </p:txBody>
      </p:sp>
    </p:spTree>
  </p:cSld>
  <p:transition spd="med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Proposed roadmap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34440"/>
            <a:ext cx="2567863" cy="4846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234440"/>
            <a:ext cx="2567863" cy="91440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1399032"/>
            <a:ext cx="2202103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1691640"/>
            <a:ext cx="2202103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377440"/>
            <a:ext cx="2238679" cy="3520440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Introductory planning meeting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Joint Technical Working Group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36543" y="1234440"/>
            <a:ext cx="2567863" cy="4846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36543" y="1234440"/>
            <a:ext cx="2567863" cy="91440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423" y="1399032"/>
            <a:ext cx="2202103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9423" y="1691640"/>
            <a:ext cx="2202103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Formalisation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1135" y="2377440"/>
            <a:ext cx="2238679" cy="3520440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Sign Memorandum of Understanding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Identify priority pilot 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1234440"/>
            <a:ext cx="2567863" cy="4846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1234440"/>
            <a:ext cx="2567863" cy="91440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7" y="1399032"/>
            <a:ext cx="2202103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III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1691640"/>
            <a:ext cx="2202103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7599" y="2377440"/>
            <a:ext cx="2238679" cy="3520440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Student placements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Joint research and outreach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Innovation and grant development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29471" y="1234440"/>
            <a:ext cx="2567863" cy="4846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29471" y="1234440"/>
            <a:ext cx="2567863" cy="9144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2351" y="1399032"/>
            <a:ext cx="2202103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IV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2351" y="1691640"/>
            <a:ext cx="2202103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Learning and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4063" y="2377440"/>
            <a:ext cx="2238679" cy="3520440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Monitoring and evaluation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Document lessons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E2F38"/>
                </a:solidFill>
                <a:latin typeface="Calibri"/>
              </a:rPr>
              <a:t>•  Expand and replicate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15  /  17</a:t>
            </a:r>
          </a:p>
        </p:txBody>
      </p:sp>
    </p:spTree>
  </p:cSld>
  <p:transition spd="med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LOOKING AHEAD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"/>
            <a:ext cx="9577597" cy="47548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Long-term vision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34440"/>
            <a:ext cx="6355208" cy="2011680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554480"/>
            <a:ext cx="5623688" cy="137160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Establish FCHIP as Uganda's leading University–Community Health Partnership Model — showing how academia, healthcare providers, government, development partners, and communities can work together to improve lives.</a:t>
            </a:r>
          </a:p>
        </p:txBody>
      </p:sp>
      <p:pic>
        <p:nvPicPr>
          <p:cNvPr id="11" name="Picture 10" descr="reception_mission_wall.jpeg"/>
          <p:cNvPicPr>
            <a:picLocks noChangeAspect="1"/>
          </p:cNvPicPr>
          <p:nvPr/>
        </p:nvPicPr>
        <p:blipFill>
          <a:blip r:embed="rId3"/>
          <a:srcRect t="15284" b="15284"/>
          <a:stretch>
            <a:fillRect/>
          </a:stretch>
        </p:blipFill>
        <p:spPr>
          <a:xfrm>
            <a:off x="7251320" y="1234440"/>
            <a:ext cx="4346015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0080" y="3502152"/>
            <a:ext cx="5350611" cy="25786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4847691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For FairBanks Medical Centre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87952"/>
            <a:ext cx="4847691" cy="16642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A living laboratory for education, research, innovation, and community service.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6723" y="3502152"/>
            <a:ext cx="5350611" cy="25786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1043" y="3776472"/>
            <a:ext cx="4847691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For Victoria University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1043" y="4187952"/>
            <a:ext cx="4847691" cy="16642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Stronger leadership in experiential learning, applied research, and social impact — with lessons that can be replicated across Uganda.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83679"/>
            <a:ext cx="868680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7175" y="6583679"/>
            <a:ext cx="1280160" cy="23774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2636C"/>
                </a:solidFill>
                <a:latin typeface="Calibri"/>
              </a:rPr>
              <a:t>16  /  17</a:t>
            </a:r>
          </a:p>
        </p:txBody>
      </p:sp>
    </p:spTree>
  </p:cSld>
  <p:transition spd="med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branded_entrance_02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246887"/>
            <a:ext cx="1023041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20040"/>
            <a:ext cx="1266399" cy="475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1051560"/>
            <a:ext cx="6400800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99A2B"/>
                </a:solidFill>
                <a:latin typeface="Calibri"/>
              </a:rPr>
              <a:t>INVITATION TO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6400800" cy="36576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640080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Together, we can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23160"/>
            <a:ext cx="640080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healthier communities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80360"/>
            <a:ext cx="640080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99A2B"/>
                </a:solidFill>
                <a:latin typeface="Calibri"/>
              </a:rPr>
              <a:t>and stronger professionals.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29000"/>
            <a:ext cx="2194560" cy="6400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657600"/>
            <a:ext cx="6400800" cy="6858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FairBanks Medical Centre invites Victoria University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to join as a strategic partner in advancing FCHIP.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434840"/>
            <a:ext cx="6400800" cy="36576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83480"/>
            <a:ext cx="6309360" cy="1417320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166360"/>
            <a:ext cx="5852160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99A2B"/>
                </a:solidFill>
                <a:latin typeface="Calibri"/>
              </a:rPr>
              <a:t>Institutional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32120"/>
            <a:ext cx="5852160" cy="7315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Kyebando–Kisalosalo, Tirupati Road, Kampala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info@fairbanksmedicalcentre.org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fairbanksmedicalcentre.org</a:t>
            </a:r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